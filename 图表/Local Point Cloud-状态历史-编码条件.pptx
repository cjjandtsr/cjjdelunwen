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AA9D"/>
    <a:srgbClr val="5997FF"/>
    <a:srgbClr val="A1C4F5"/>
    <a:srgbClr val="C8DEFF"/>
    <a:srgbClr val="3871B3"/>
    <a:srgbClr val="8BB7F4"/>
    <a:srgbClr val="E96D29"/>
    <a:srgbClr val="FF9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55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8" Type="http://schemas.openxmlformats.org/officeDocument/2006/relationships/notesSlide" Target="../notesSlides/notesSlide1.xml"/><Relationship Id="rId77" Type="http://schemas.openxmlformats.org/officeDocument/2006/relationships/slideLayout" Target="../slideLayouts/slideLayout1.xml"/><Relationship Id="rId76" Type="http://schemas.openxmlformats.org/officeDocument/2006/relationships/tags" Target="../tags/tag1.xml"/><Relationship Id="rId75" Type="http://schemas.openxmlformats.org/officeDocument/2006/relationships/image" Target="../media/image75.png"/><Relationship Id="rId74" Type="http://schemas.openxmlformats.org/officeDocument/2006/relationships/image" Target="../media/image74.png"/><Relationship Id="rId73" Type="http://schemas.openxmlformats.org/officeDocument/2006/relationships/image" Target="../media/image73.png"/><Relationship Id="rId72" Type="http://schemas.openxmlformats.org/officeDocument/2006/relationships/image" Target="../media/image72.png"/><Relationship Id="rId71" Type="http://schemas.openxmlformats.org/officeDocument/2006/relationships/image" Target="../media/image71.png"/><Relationship Id="rId70" Type="http://schemas.openxmlformats.org/officeDocument/2006/relationships/image" Target="../media/image70.png"/><Relationship Id="rId7" Type="http://schemas.openxmlformats.org/officeDocument/2006/relationships/image" Target="../media/image7.png"/><Relationship Id="rId69" Type="http://schemas.openxmlformats.org/officeDocument/2006/relationships/image" Target="../media/image69.png"/><Relationship Id="rId68" Type="http://schemas.openxmlformats.org/officeDocument/2006/relationships/image" Target="../media/image68.png"/><Relationship Id="rId67" Type="http://schemas.openxmlformats.org/officeDocument/2006/relationships/image" Target="../media/image67.png"/><Relationship Id="rId66" Type="http://schemas.openxmlformats.org/officeDocument/2006/relationships/image" Target="../media/image66.png"/><Relationship Id="rId65" Type="http://schemas.openxmlformats.org/officeDocument/2006/relationships/image" Target="../media/image65.png"/><Relationship Id="rId64" Type="http://schemas.openxmlformats.org/officeDocument/2006/relationships/image" Target="../media/image64.png"/><Relationship Id="rId63" Type="http://schemas.openxmlformats.org/officeDocument/2006/relationships/image" Target="../media/image63.png"/><Relationship Id="rId62" Type="http://schemas.openxmlformats.org/officeDocument/2006/relationships/image" Target="../media/image62.png"/><Relationship Id="rId61" Type="http://schemas.openxmlformats.org/officeDocument/2006/relationships/image" Target="../media/image61.png"/><Relationship Id="rId60" Type="http://schemas.openxmlformats.org/officeDocument/2006/relationships/image" Target="../media/image60.png"/><Relationship Id="rId6" Type="http://schemas.openxmlformats.org/officeDocument/2006/relationships/image" Target="../media/image6.png"/><Relationship Id="rId59" Type="http://schemas.openxmlformats.org/officeDocument/2006/relationships/image" Target="../media/image59.png"/><Relationship Id="rId58" Type="http://schemas.openxmlformats.org/officeDocument/2006/relationships/image" Target="../media/image58.png"/><Relationship Id="rId57" Type="http://schemas.openxmlformats.org/officeDocument/2006/relationships/image" Target="../media/image57.png"/><Relationship Id="rId56" Type="http://schemas.openxmlformats.org/officeDocument/2006/relationships/image" Target="../media/image56.png"/><Relationship Id="rId55" Type="http://schemas.openxmlformats.org/officeDocument/2006/relationships/image" Target="../media/image55.png"/><Relationship Id="rId54" Type="http://schemas.openxmlformats.org/officeDocument/2006/relationships/image" Target="../media/image54.png"/><Relationship Id="rId53" Type="http://schemas.openxmlformats.org/officeDocument/2006/relationships/image" Target="../media/image53.png"/><Relationship Id="rId52" Type="http://schemas.openxmlformats.org/officeDocument/2006/relationships/image" Target="../media/image52.png"/><Relationship Id="rId51" Type="http://schemas.openxmlformats.org/officeDocument/2006/relationships/image" Target="../media/image51.png"/><Relationship Id="rId50" Type="http://schemas.openxmlformats.org/officeDocument/2006/relationships/image" Target="../media/image50.png"/><Relationship Id="rId5" Type="http://schemas.openxmlformats.org/officeDocument/2006/relationships/image" Target="../media/image5.png"/><Relationship Id="rId49" Type="http://schemas.openxmlformats.org/officeDocument/2006/relationships/image" Target="../media/image49.png"/><Relationship Id="rId48" Type="http://schemas.openxmlformats.org/officeDocument/2006/relationships/image" Target="../media/image48.png"/><Relationship Id="rId47" Type="http://schemas.openxmlformats.org/officeDocument/2006/relationships/image" Target="../media/image47.png"/><Relationship Id="rId46" Type="http://schemas.openxmlformats.org/officeDocument/2006/relationships/image" Target="../media/image46.png"/><Relationship Id="rId45" Type="http://schemas.openxmlformats.org/officeDocument/2006/relationships/image" Target="../media/image45.png"/><Relationship Id="rId44" Type="http://schemas.openxmlformats.org/officeDocument/2006/relationships/image" Target="../media/image44.png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9" Type="http://schemas.openxmlformats.org/officeDocument/2006/relationships/notesSlide" Target="../notesSlides/notesSlide2.xml"/><Relationship Id="rId78" Type="http://schemas.openxmlformats.org/officeDocument/2006/relationships/slideLayout" Target="../slideLayouts/slideLayout1.xml"/><Relationship Id="rId77" Type="http://schemas.openxmlformats.org/officeDocument/2006/relationships/tags" Target="../tags/tag2.xml"/><Relationship Id="rId76" Type="http://schemas.openxmlformats.org/officeDocument/2006/relationships/image" Target="../media/image75.png"/><Relationship Id="rId75" Type="http://schemas.openxmlformats.org/officeDocument/2006/relationships/image" Target="../media/image74.png"/><Relationship Id="rId74" Type="http://schemas.openxmlformats.org/officeDocument/2006/relationships/image" Target="../media/image73.png"/><Relationship Id="rId73" Type="http://schemas.openxmlformats.org/officeDocument/2006/relationships/image" Target="../media/image72.png"/><Relationship Id="rId72" Type="http://schemas.openxmlformats.org/officeDocument/2006/relationships/image" Target="../media/image71.png"/><Relationship Id="rId71" Type="http://schemas.openxmlformats.org/officeDocument/2006/relationships/image" Target="../media/image70.png"/><Relationship Id="rId70" Type="http://schemas.openxmlformats.org/officeDocument/2006/relationships/image" Target="../media/image69.png"/><Relationship Id="rId7" Type="http://schemas.openxmlformats.org/officeDocument/2006/relationships/image" Target="../media/image7.png"/><Relationship Id="rId69" Type="http://schemas.openxmlformats.org/officeDocument/2006/relationships/image" Target="../media/image68.png"/><Relationship Id="rId68" Type="http://schemas.openxmlformats.org/officeDocument/2006/relationships/image" Target="../media/image67.png"/><Relationship Id="rId67" Type="http://schemas.openxmlformats.org/officeDocument/2006/relationships/image" Target="../media/image66.png"/><Relationship Id="rId66" Type="http://schemas.openxmlformats.org/officeDocument/2006/relationships/image" Target="../media/image65.png"/><Relationship Id="rId65" Type="http://schemas.openxmlformats.org/officeDocument/2006/relationships/image" Target="../media/image64.png"/><Relationship Id="rId64" Type="http://schemas.openxmlformats.org/officeDocument/2006/relationships/image" Target="../media/image63.png"/><Relationship Id="rId63" Type="http://schemas.openxmlformats.org/officeDocument/2006/relationships/image" Target="../media/image62.png"/><Relationship Id="rId62" Type="http://schemas.openxmlformats.org/officeDocument/2006/relationships/image" Target="../media/image61.png"/><Relationship Id="rId61" Type="http://schemas.openxmlformats.org/officeDocument/2006/relationships/image" Target="../media/image60.png"/><Relationship Id="rId60" Type="http://schemas.openxmlformats.org/officeDocument/2006/relationships/image" Target="../media/image59.png"/><Relationship Id="rId6" Type="http://schemas.openxmlformats.org/officeDocument/2006/relationships/image" Target="../media/image6.png"/><Relationship Id="rId59" Type="http://schemas.openxmlformats.org/officeDocument/2006/relationships/image" Target="../media/image58.png"/><Relationship Id="rId58" Type="http://schemas.openxmlformats.org/officeDocument/2006/relationships/image" Target="../media/image57.png"/><Relationship Id="rId57" Type="http://schemas.openxmlformats.org/officeDocument/2006/relationships/image" Target="../media/image56.png"/><Relationship Id="rId56" Type="http://schemas.openxmlformats.org/officeDocument/2006/relationships/image" Target="../media/image55.png"/><Relationship Id="rId55" Type="http://schemas.openxmlformats.org/officeDocument/2006/relationships/image" Target="../media/image54.png"/><Relationship Id="rId54" Type="http://schemas.openxmlformats.org/officeDocument/2006/relationships/image" Target="../media/image53.png"/><Relationship Id="rId53" Type="http://schemas.openxmlformats.org/officeDocument/2006/relationships/image" Target="../media/image52.png"/><Relationship Id="rId52" Type="http://schemas.openxmlformats.org/officeDocument/2006/relationships/image" Target="../media/image51.png"/><Relationship Id="rId51" Type="http://schemas.openxmlformats.org/officeDocument/2006/relationships/image" Target="../media/image50.png"/><Relationship Id="rId50" Type="http://schemas.openxmlformats.org/officeDocument/2006/relationships/image" Target="../media/image49.png"/><Relationship Id="rId5" Type="http://schemas.openxmlformats.org/officeDocument/2006/relationships/image" Target="../media/image5.png"/><Relationship Id="rId49" Type="http://schemas.openxmlformats.org/officeDocument/2006/relationships/image" Target="../media/image48.png"/><Relationship Id="rId48" Type="http://schemas.openxmlformats.org/officeDocument/2006/relationships/image" Target="../media/image47.png"/><Relationship Id="rId47" Type="http://schemas.openxmlformats.org/officeDocument/2006/relationships/image" Target="../media/image46.png"/><Relationship Id="rId46" Type="http://schemas.openxmlformats.org/officeDocument/2006/relationships/image" Target="../media/image45.png"/><Relationship Id="rId45" Type="http://schemas.openxmlformats.org/officeDocument/2006/relationships/image" Target="../media/image44.png"/><Relationship Id="rId44" Type="http://schemas.openxmlformats.org/officeDocument/2006/relationships/image" Target="../media/image43.png"/><Relationship Id="rId43" Type="http://schemas.openxmlformats.org/officeDocument/2006/relationships/image" Target="../media/image42.png"/><Relationship Id="rId42" Type="http://schemas.openxmlformats.org/officeDocument/2006/relationships/image" Target="../media/image41.png"/><Relationship Id="rId41" Type="http://schemas.openxmlformats.org/officeDocument/2006/relationships/image" Target="../media/image40.png"/><Relationship Id="rId40" Type="http://schemas.openxmlformats.org/officeDocument/2006/relationships/image" Target="../media/image39.png"/><Relationship Id="rId4" Type="http://schemas.openxmlformats.org/officeDocument/2006/relationships/image" Target="../media/image4.png"/><Relationship Id="rId39" Type="http://schemas.openxmlformats.org/officeDocument/2006/relationships/image" Target="../media/image38.png"/><Relationship Id="rId38" Type="http://schemas.openxmlformats.org/officeDocument/2006/relationships/image" Target="../media/image37.png"/><Relationship Id="rId37" Type="http://schemas.openxmlformats.org/officeDocument/2006/relationships/image" Target="../media/image36.png"/><Relationship Id="rId36" Type="http://schemas.openxmlformats.org/officeDocument/2006/relationships/image" Target="../media/image35.png"/><Relationship Id="rId35" Type="http://schemas.openxmlformats.org/officeDocument/2006/relationships/image" Target="../media/image34.png"/><Relationship Id="rId34" Type="http://schemas.openxmlformats.org/officeDocument/2006/relationships/image" Target="../media/image33.png"/><Relationship Id="rId33" Type="http://schemas.openxmlformats.org/officeDocument/2006/relationships/image" Target="../media/image32.png"/><Relationship Id="rId32" Type="http://schemas.openxmlformats.org/officeDocument/2006/relationships/image" Target="../media/image31.png"/><Relationship Id="rId31" Type="http://schemas.openxmlformats.org/officeDocument/2006/relationships/image" Target="../media/image30.png"/><Relationship Id="rId30" Type="http://schemas.openxmlformats.org/officeDocument/2006/relationships/image" Target="../media/image29.png"/><Relationship Id="rId3" Type="http://schemas.openxmlformats.org/officeDocument/2006/relationships/image" Target="../media/image3.png"/><Relationship Id="rId29" Type="http://schemas.openxmlformats.org/officeDocument/2006/relationships/image" Target="../media/image28.png"/><Relationship Id="rId28" Type="http://schemas.openxmlformats.org/officeDocument/2006/relationships/image" Target="../media/image27.png"/><Relationship Id="rId27" Type="http://schemas.openxmlformats.org/officeDocument/2006/relationships/image" Target="../media/image26.png"/><Relationship Id="rId26" Type="http://schemas.openxmlformats.org/officeDocument/2006/relationships/image" Target="../media/image25.png"/><Relationship Id="rId25" Type="http://schemas.openxmlformats.org/officeDocument/2006/relationships/image" Target="../media/image24.png"/><Relationship Id="rId24" Type="http://schemas.openxmlformats.org/officeDocument/2006/relationships/image" Target="../media/image76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任意多边形 7"/>
          <p:cNvSpPr/>
          <p:nvPr/>
        </p:nvSpPr>
        <p:spPr>
          <a:xfrm>
            <a:off x="2359660" y="83820"/>
            <a:ext cx="7251065" cy="324485"/>
          </a:xfrm>
          <a:custGeom>
            <a:avLst/>
            <a:gdLst>
              <a:gd name="connisteX0" fmla="*/ 0 w 7251431"/>
              <a:gd name="connsiteY0" fmla="*/ 0 h 324598"/>
              <a:gd name="connisteX1" fmla="*/ 7251431 w 7251431"/>
              <a:gd name="connsiteY1" fmla="*/ 0 h 324598"/>
              <a:gd name="connisteX2" fmla="*/ 7251431 w 7251431"/>
              <a:gd name="connsiteY2" fmla="*/ 324598 h 324598"/>
              <a:gd name="connisteX3" fmla="*/ 0 w 7251431"/>
              <a:gd name="connsiteY3" fmla="*/ 324598 h 324598"/>
              <a:gd name="connisteX4" fmla="*/ 0 w 7251431"/>
              <a:gd name="connsiteY4" fmla="*/ 0 h 32459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251432" h="324598">
                <a:moveTo>
                  <a:pt x="0" y="0"/>
                </a:moveTo>
                <a:lnTo>
                  <a:pt x="7251432" y="0"/>
                </a:lnTo>
                <a:lnTo>
                  <a:pt x="7251432" y="324598"/>
                </a:lnTo>
                <a:lnTo>
                  <a:pt x="0" y="324598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2675" y="86995"/>
            <a:ext cx="7265035" cy="40068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89" name="任意多边形 88"/>
          <p:cNvSpPr/>
          <p:nvPr/>
        </p:nvSpPr>
        <p:spPr>
          <a:xfrm>
            <a:off x="4417695" y="684530"/>
            <a:ext cx="1643380" cy="241300"/>
          </a:xfrm>
          <a:custGeom>
            <a:avLst/>
            <a:gdLst>
              <a:gd name="connisteX0" fmla="*/ 0 w 1643657"/>
              <a:gd name="connsiteY0" fmla="*/ 0 h 241722"/>
              <a:gd name="connisteX1" fmla="*/ 1643657 w 1643657"/>
              <a:gd name="connsiteY1" fmla="*/ 0 h 241722"/>
              <a:gd name="connisteX2" fmla="*/ 1643657 w 1643657"/>
              <a:gd name="connsiteY2" fmla="*/ 241722 h 241722"/>
              <a:gd name="connisteX3" fmla="*/ 0 w 1643657"/>
              <a:gd name="connsiteY3" fmla="*/ 241722 h 241722"/>
              <a:gd name="connisteX4" fmla="*/ 0 w 1643657"/>
              <a:gd name="connsiteY4" fmla="*/ 0 h 2417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643658" h="241722">
                <a:moveTo>
                  <a:pt x="0" y="0"/>
                </a:moveTo>
                <a:lnTo>
                  <a:pt x="1643658" y="0"/>
                </a:lnTo>
                <a:lnTo>
                  <a:pt x="1643658" y="241722"/>
                </a:lnTo>
                <a:lnTo>
                  <a:pt x="0" y="241722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610" y="553085"/>
            <a:ext cx="1657350" cy="26733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93" name="任意多边形 92"/>
          <p:cNvSpPr/>
          <p:nvPr/>
        </p:nvSpPr>
        <p:spPr>
          <a:xfrm>
            <a:off x="5923280" y="946785"/>
            <a:ext cx="365760" cy="172720"/>
          </a:xfrm>
          <a:custGeom>
            <a:avLst/>
            <a:gdLst>
              <a:gd name="connisteX0" fmla="*/ 0 w 366024"/>
              <a:gd name="connsiteY0" fmla="*/ 0 h 172658"/>
              <a:gd name="connisteX1" fmla="*/ 366024 w 366024"/>
              <a:gd name="connsiteY1" fmla="*/ 0 h 172658"/>
              <a:gd name="connisteX2" fmla="*/ 366024 w 366024"/>
              <a:gd name="connsiteY2" fmla="*/ 172658 h 172658"/>
              <a:gd name="connisteX3" fmla="*/ 0 w 366024"/>
              <a:gd name="connsiteY3" fmla="*/ 172658 h 172658"/>
              <a:gd name="connisteX4" fmla="*/ 0 w 366024"/>
              <a:gd name="connsiteY4" fmla="*/ 0 h 17265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66025" h="172659">
                <a:moveTo>
                  <a:pt x="0" y="0"/>
                </a:moveTo>
                <a:lnTo>
                  <a:pt x="366025" y="0"/>
                </a:lnTo>
                <a:lnTo>
                  <a:pt x="366025" y="172659"/>
                </a:lnTo>
                <a:lnTo>
                  <a:pt x="0" y="1726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sp>
        <p:nvSpPr>
          <p:cNvPr id="94" name="任意多边形 93"/>
          <p:cNvSpPr/>
          <p:nvPr/>
        </p:nvSpPr>
        <p:spPr>
          <a:xfrm>
            <a:off x="5943600" y="953770"/>
            <a:ext cx="311150" cy="165735"/>
          </a:xfrm>
          <a:custGeom>
            <a:avLst/>
            <a:gdLst>
              <a:gd name="connisteX0" fmla="*/ 0 w 310775"/>
              <a:gd name="connsiteY0" fmla="*/ 0 h 165752"/>
              <a:gd name="connisteX1" fmla="*/ 310775 w 310775"/>
              <a:gd name="connsiteY1" fmla="*/ 0 h 165752"/>
              <a:gd name="connisteX2" fmla="*/ 310775 w 310775"/>
              <a:gd name="connsiteY2" fmla="*/ 165752 h 165752"/>
              <a:gd name="connisteX3" fmla="*/ 0 w 310775"/>
              <a:gd name="connsiteY3" fmla="*/ 165752 h 165752"/>
              <a:gd name="connisteX4" fmla="*/ 0 w 310775"/>
              <a:gd name="connsiteY4" fmla="*/ 0 h 16575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10776" h="165752">
                <a:moveTo>
                  <a:pt x="0" y="0"/>
                </a:moveTo>
                <a:lnTo>
                  <a:pt x="310776" y="0"/>
                </a:lnTo>
                <a:lnTo>
                  <a:pt x="310776" y="165752"/>
                </a:lnTo>
                <a:lnTo>
                  <a:pt x="0" y="165752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grpSp>
        <p:nvGrpSpPr>
          <p:cNvPr id="722" name="组合 721"/>
          <p:cNvGrpSpPr/>
          <p:nvPr/>
        </p:nvGrpSpPr>
        <p:grpSpPr>
          <a:xfrm>
            <a:off x="9617710" y="4163060"/>
            <a:ext cx="1829435" cy="2583180"/>
            <a:chOff x="15146" y="6385"/>
            <a:chExt cx="2881" cy="4068"/>
          </a:xfrm>
        </p:grpSpPr>
        <p:sp>
          <p:nvSpPr>
            <p:cNvPr id="518" name="任意多边形 517"/>
            <p:cNvSpPr/>
            <p:nvPr/>
          </p:nvSpPr>
          <p:spPr>
            <a:xfrm>
              <a:off x="15146" y="6385"/>
              <a:ext cx="2784" cy="4068"/>
            </a:xfrm>
            <a:custGeom>
              <a:avLst/>
              <a:gdLst>
                <a:gd name="connisteX0" fmla="*/ 0 w 1767968"/>
                <a:gd name="connsiteY0" fmla="*/ 154978 h 2582972"/>
                <a:gd name="connisteX1" fmla="*/ 159117 w 1767968"/>
                <a:gd name="connsiteY1" fmla="*/ 0 h 2582972"/>
                <a:gd name="connisteX2" fmla="*/ 1608850 w 1767968"/>
                <a:gd name="connsiteY2" fmla="*/ 0 h 2582972"/>
                <a:gd name="connisteX3" fmla="*/ 1767968 w 1767968"/>
                <a:gd name="connsiteY3" fmla="*/ 154978 h 2582972"/>
                <a:gd name="connisteX4" fmla="*/ 1767968 w 1767968"/>
                <a:gd name="connsiteY4" fmla="*/ 2427994 h 2582972"/>
                <a:gd name="connisteX5" fmla="*/ 1608850 w 1767968"/>
                <a:gd name="connsiteY5" fmla="*/ 2582972 h 2582972"/>
                <a:gd name="connisteX6" fmla="*/ 159117 w 1767968"/>
                <a:gd name="connsiteY6" fmla="*/ 2582972 h 2582972"/>
                <a:gd name="connisteX7" fmla="*/ 0 w 1767968"/>
                <a:gd name="connsiteY7" fmla="*/ 2427994 h 2582972"/>
                <a:gd name="connisteX8" fmla="*/ 0 w 1767968"/>
                <a:gd name="connsiteY8" fmla="*/ 154978 h 258297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767968" h="2582973">
                  <a:moveTo>
                    <a:pt x="0" y="154978"/>
                  </a:moveTo>
                  <a:cubicBezTo>
                    <a:pt x="0" y="69386"/>
                    <a:pt x="71239" y="0"/>
                    <a:pt x="159117" y="0"/>
                  </a:cubicBezTo>
                  <a:lnTo>
                    <a:pt x="1608851" y="0"/>
                  </a:lnTo>
                  <a:cubicBezTo>
                    <a:pt x="1696729" y="0"/>
                    <a:pt x="1767968" y="69386"/>
                    <a:pt x="1767968" y="154978"/>
                  </a:cubicBezTo>
                  <a:lnTo>
                    <a:pt x="1767968" y="2427994"/>
                  </a:lnTo>
                  <a:cubicBezTo>
                    <a:pt x="1767968" y="2513587"/>
                    <a:pt x="1696729" y="2582973"/>
                    <a:pt x="1608851" y="2582973"/>
                  </a:cubicBezTo>
                  <a:lnTo>
                    <a:pt x="159117" y="2582973"/>
                  </a:lnTo>
                  <a:cubicBezTo>
                    <a:pt x="71239" y="2582973"/>
                    <a:pt x="0" y="2513587"/>
                    <a:pt x="0" y="2427994"/>
                  </a:cubicBezTo>
                  <a:lnTo>
                    <a:pt x="0" y="154978"/>
                  </a:lnTo>
                  <a:close/>
                </a:path>
              </a:pathLst>
            </a:custGeom>
            <a:solidFill>
              <a:srgbClr val="F0FAFF"/>
            </a:solidFill>
            <a:ln w="11050" cap="flat">
              <a:solidFill>
                <a:srgbClr val="21A6E1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9" name="任意多边形 518"/>
            <p:cNvSpPr/>
            <p:nvPr/>
          </p:nvSpPr>
          <p:spPr>
            <a:xfrm>
              <a:off x="15277" y="6483"/>
              <a:ext cx="2523" cy="555"/>
            </a:xfrm>
            <a:custGeom>
              <a:avLst/>
              <a:gdLst>
                <a:gd name="connisteX0" fmla="*/ 0 w 1602221"/>
                <a:gd name="connsiteY0" fmla="*/ 0 h 352223"/>
                <a:gd name="connisteX1" fmla="*/ 1602221 w 1602221"/>
                <a:gd name="connsiteY1" fmla="*/ 0 h 352223"/>
                <a:gd name="connisteX2" fmla="*/ 1602221 w 1602221"/>
                <a:gd name="connsiteY2" fmla="*/ 352223 h 352223"/>
                <a:gd name="connisteX3" fmla="*/ 0 w 1602221"/>
                <a:gd name="connsiteY3" fmla="*/ 352223 h 352223"/>
                <a:gd name="connisteX4" fmla="*/ 0 w 1602221"/>
                <a:gd name="connsiteY4" fmla="*/ 0 h 35222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602221" h="352224">
                  <a:moveTo>
                    <a:pt x="0" y="0"/>
                  </a:moveTo>
                  <a:lnTo>
                    <a:pt x="1602221" y="0"/>
                  </a:lnTo>
                  <a:lnTo>
                    <a:pt x="1602221" y="352224"/>
                  </a:lnTo>
                  <a:lnTo>
                    <a:pt x="0" y="35222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20" name="图片 5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66" y="6445"/>
              <a:ext cx="2545" cy="72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22" name="任意多边形 521"/>
            <p:cNvSpPr/>
            <p:nvPr/>
          </p:nvSpPr>
          <p:spPr>
            <a:xfrm>
              <a:off x="15222" y="7114"/>
              <a:ext cx="2621" cy="3176"/>
            </a:xfrm>
            <a:custGeom>
              <a:avLst/>
              <a:gdLst>
                <a:gd name="connisteX0" fmla="*/ 0 w 1664376"/>
                <a:gd name="connsiteY0" fmla="*/ 100832 h 2016652"/>
                <a:gd name="connisteX1" fmla="*/ 99862 w 1664376"/>
                <a:gd name="connsiteY1" fmla="*/ 0 h 2016652"/>
                <a:gd name="connisteX2" fmla="*/ 1564513 w 1664376"/>
                <a:gd name="connsiteY2" fmla="*/ 0 h 2016652"/>
                <a:gd name="connisteX3" fmla="*/ 1664376 w 1664376"/>
                <a:gd name="connsiteY3" fmla="*/ 100832 h 2016652"/>
                <a:gd name="connisteX4" fmla="*/ 1664376 w 1664376"/>
                <a:gd name="connsiteY4" fmla="*/ 1915819 h 2016652"/>
                <a:gd name="connisteX5" fmla="*/ 1564513 w 1664376"/>
                <a:gd name="connsiteY5" fmla="*/ 2016652 h 2016652"/>
                <a:gd name="connisteX6" fmla="*/ 99862 w 1664376"/>
                <a:gd name="connsiteY6" fmla="*/ 2016652 h 2016652"/>
                <a:gd name="connisteX7" fmla="*/ 0 w 1664376"/>
                <a:gd name="connsiteY7" fmla="*/ 1915819 h 2016652"/>
                <a:gd name="connisteX8" fmla="*/ 0 w 1664376"/>
                <a:gd name="connsiteY8" fmla="*/ 100832 h 20166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664376" h="2016653">
                  <a:moveTo>
                    <a:pt x="0" y="100833"/>
                  </a:moveTo>
                  <a:cubicBezTo>
                    <a:pt x="0" y="45144"/>
                    <a:pt x="44710" y="0"/>
                    <a:pt x="99863" y="0"/>
                  </a:cubicBezTo>
                  <a:lnTo>
                    <a:pt x="1564514" y="0"/>
                  </a:lnTo>
                  <a:cubicBezTo>
                    <a:pt x="1619666" y="0"/>
                    <a:pt x="1664376" y="45144"/>
                    <a:pt x="1664376" y="100833"/>
                  </a:cubicBezTo>
                  <a:lnTo>
                    <a:pt x="1664376" y="1915820"/>
                  </a:lnTo>
                  <a:cubicBezTo>
                    <a:pt x="1664376" y="1971508"/>
                    <a:pt x="1619666" y="2016653"/>
                    <a:pt x="1564514" y="2016653"/>
                  </a:cubicBezTo>
                  <a:lnTo>
                    <a:pt x="99863" y="2016653"/>
                  </a:lnTo>
                  <a:cubicBezTo>
                    <a:pt x="44710" y="2016653"/>
                    <a:pt x="0" y="1971508"/>
                    <a:pt x="0" y="1915820"/>
                  </a:cubicBezTo>
                  <a:lnTo>
                    <a:pt x="0" y="1008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523" name="任意多边形 522"/>
            <p:cNvSpPr/>
            <p:nvPr/>
          </p:nvSpPr>
          <p:spPr>
            <a:xfrm>
              <a:off x="15288" y="7125"/>
              <a:ext cx="2479" cy="489"/>
            </a:xfrm>
            <a:custGeom>
              <a:avLst/>
              <a:gdLst>
                <a:gd name="connisteX0" fmla="*/ 0 w 1574596"/>
                <a:gd name="connsiteY0" fmla="*/ 0 h 310785"/>
                <a:gd name="connisteX1" fmla="*/ 1574596 w 1574596"/>
                <a:gd name="connsiteY1" fmla="*/ 0 h 310785"/>
                <a:gd name="connisteX2" fmla="*/ 1574596 w 1574596"/>
                <a:gd name="connsiteY2" fmla="*/ 310785 h 310785"/>
                <a:gd name="connisteX3" fmla="*/ 0 w 1574596"/>
                <a:gd name="connsiteY3" fmla="*/ 310785 h 310785"/>
                <a:gd name="connisteX4" fmla="*/ 0 w 1574596"/>
                <a:gd name="connsiteY4" fmla="*/ 0 h 3107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574597" h="310785">
                  <a:moveTo>
                    <a:pt x="0" y="0"/>
                  </a:moveTo>
                  <a:lnTo>
                    <a:pt x="1574597" y="0"/>
                  </a:lnTo>
                  <a:lnTo>
                    <a:pt x="1574597" y="310785"/>
                  </a:lnTo>
                  <a:lnTo>
                    <a:pt x="0" y="310785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24" name="图片 5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277" y="7147"/>
              <a:ext cx="2501" cy="51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26" name="任意多边形 525"/>
            <p:cNvSpPr/>
            <p:nvPr/>
          </p:nvSpPr>
          <p:spPr>
            <a:xfrm>
              <a:off x="15315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C2C3"/>
            </a:solidFill>
            <a:ln w="6906" cap="flat">
              <a:solidFill>
                <a:srgbClr val="6B6E70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7" name="任意多边形 526"/>
            <p:cNvSpPr/>
            <p:nvPr/>
          </p:nvSpPr>
          <p:spPr>
            <a:xfrm>
              <a:off x="15470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C2C3"/>
            </a:solidFill>
            <a:ln w="6906" cap="flat">
              <a:solidFill>
                <a:srgbClr val="6B6E70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8" name="任意多边形 527"/>
            <p:cNvSpPr/>
            <p:nvPr/>
          </p:nvSpPr>
          <p:spPr>
            <a:xfrm>
              <a:off x="15626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D3D5"/>
            </a:solidFill>
            <a:ln w="6906" cap="flat">
              <a:solidFill>
                <a:srgbClr val="009AA6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9" name="任意多边形 528"/>
            <p:cNvSpPr/>
            <p:nvPr/>
          </p:nvSpPr>
          <p:spPr>
            <a:xfrm>
              <a:off x="15781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D3D5"/>
            </a:solidFill>
            <a:ln w="6906" cap="flat">
              <a:solidFill>
                <a:srgbClr val="009AA6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0" name="任意多边形 529"/>
            <p:cNvSpPr/>
            <p:nvPr/>
          </p:nvSpPr>
          <p:spPr>
            <a:xfrm>
              <a:off x="15937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D3D5"/>
            </a:solidFill>
            <a:ln w="6906" cap="flat">
              <a:solidFill>
                <a:srgbClr val="009AA6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1" name="任意多边形 530"/>
            <p:cNvSpPr/>
            <p:nvPr/>
          </p:nvSpPr>
          <p:spPr>
            <a:xfrm>
              <a:off x="16092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D3D5"/>
            </a:solidFill>
            <a:ln w="6906" cap="flat">
              <a:solidFill>
                <a:srgbClr val="009AA6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" name="任意多边形 531"/>
            <p:cNvSpPr/>
            <p:nvPr/>
          </p:nvSpPr>
          <p:spPr>
            <a:xfrm>
              <a:off x="16248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CEFA"/>
            </a:solidFill>
            <a:ln w="6906" cap="flat">
              <a:solidFill>
                <a:srgbClr val="5D88C2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" name="任意多边形 532"/>
            <p:cNvSpPr/>
            <p:nvPr/>
          </p:nvSpPr>
          <p:spPr>
            <a:xfrm>
              <a:off x="16404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CEFA"/>
            </a:solidFill>
            <a:ln w="6906" cap="flat">
              <a:solidFill>
                <a:srgbClr val="5D88C2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4" name="任意多边形 533"/>
            <p:cNvSpPr/>
            <p:nvPr/>
          </p:nvSpPr>
          <p:spPr>
            <a:xfrm>
              <a:off x="16559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CEFA"/>
            </a:solidFill>
            <a:ln w="6906" cap="flat">
              <a:solidFill>
                <a:srgbClr val="5D88C2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5" name="任意多边形 534"/>
            <p:cNvSpPr/>
            <p:nvPr/>
          </p:nvSpPr>
          <p:spPr>
            <a:xfrm>
              <a:off x="16715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CEFA"/>
            </a:solidFill>
            <a:ln w="6906" cap="flat">
              <a:solidFill>
                <a:srgbClr val="5D88C2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6" name="任意多边形 535"/>
            <p:cNvSpPr/>
            <p:nvPr/>
          </p:nvSpPr>
          <p:spPr>
            <a:xfrm>
              <a:off x="16870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7" name="任意多边形 536"/>
            <p:cNvSpPr/>
            <p:nvPr/>
          </p:nvSpPr>
          <p:spPr>
            <a:xfrm>
              <a:off x="17026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8" name="任意多边形 537"/>
            <p:cNvSpPr/>
            <p:nvPr/>
          </p:nvSpPr>
          <p:spPr>
            <a:xfrm>
              <a:off x="17181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9" name="任意多边形 538"/>
            <p:cNvSpPr/>
            <p:nvPr/>
          </p:nvSpPr>
          <p:spPr>
            <a:xfrm>
              <a:off x="17337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0" name="任意多边形 539"/>
            <p:cNvSpPr/>
            <p:nvPr/>
          </p:nvSpPr>
          <p:spPr>
            <a:xfrm>
              <a:off x="17492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1" name="任意多边形 540"/>
            <p:cNvSpPr/>
            <p:nvPr/>
          </p:nvSpPr>
          <p:spPr>
            <a:xfrm>
              <a:off x="17648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2" name="任意多边形 541"/>
            <p:cNvSpPr/>
            <p:nvPr/>
          </p:nvSpPr>
          <p:spPr>
            <a:xfrm>
              <a:off x="15282" y="8066"/>
              <a:ext cx="359" cy="76"/>
            </a:xfrm>
            <a:custGeom>
              <a:avLst/>
              <a:gdLst>
                <a:gd name="connisteX0" fmla="*/ 0 w 227902"/>
                <a:gd name="connsiteY0" fmla="*/ 0 h 48344"/>
                <a:gd name="connisteX1" fmla="*/ 0 w 227902"/>
                <a:gd name="connsiteY1" fmla="*/ 48344 h 48344"/>
                <a:gd name="connisteX2" fmla="*/ 227902 w 227902"/>
                <a:gd name="connsiteY2" fmla="*/ 48344 h 48344"/>
                <a:gd name="connisteX3" fmla="*/ 227902 w 227902"/>
                <a:gd name="connsiteY3" fmla="*/ 0 h 4834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227902" h="48344">
                  <a:moveTo>
                    <a:pt x="0" y="0"/>
                  </a:moveTo>
                  <a:lnTo>
                    <a:pt x="0" y="48344"/>
                  </a:lnTo>
                  <a:lnTo>
                    <a:pt x="227902" y="48344"/>
                  </a:lnTo>
                  <a:lnTo>
                    <a:pt x="227902" y="0"/>
                  </a:lnTo>
                </a:path>
              </a:pathLst>
            </a:custGeom>
            <a:noFill/>
            <a:ln w="8978" cap="flat">
              <a:solidFill>
                <a:srgbClr val="282B31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" name="任意多边形 542"/>
            <p:cNvSpPr/>
            <p:nvPr/>
          </p:nvSpPr>
          <p:spPr>
            <a:xfrm>
              <a:off x="15277" y="8223"/>
              <a:ext cx="359" cy="196"/>
            </a:xfrm>
            <a:custGeom>
              <a:avLst/>
              <a:gdLst>
                <a:gd name="connisteX0" fmla="*/ 0 w 227902"/>
                <a:gd name="connsiteY0" fmla="*/ 0 h 124314"/>
                <a:gd name="connisteX1" fmla="*/ 227902 w 227902"/>
                <a:gd name="connsiteY1" fmla="*/ 0 h 124314"/>
                <a:gd name="connisteX2" fmla="*/ 227902 w 227902"/>
                <a:gd name="connsiteY2" fmla="*/ 124314 h 124314"/>
                <a:gd name="connisteX3" fmla="*/ 0 w 227902"/>
                <a:gd name="connsiteY3" fmla="*/ 124314 h 124314"/>
                <a:gd name="connisteX4" fmla="*/ 0 w 227902"/>
                <a:gd name="connsiteY4" fmla="*/ 0 h 12431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27902" h="124314">
                  <a:moveTo>
                    <a:pt x="0" y="0"/>
                  </a:moveTo>
                  <a:lnTo>
                    <a:pt x="227902" y="0"/>
                  </a:lnTo>
                  <a:lnTo>
                    <a:pt x="227902" y="124314"/>
                  </a:lnTo>
                  <a:lnTo>
                    <a:pt x="0" y="12431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44" name="图片 54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266" y="8229"/>
              <a:ext cx="381" cy="23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46" name="任意多边形 545"/>
            <p:cNvSpPr/>
            <p:nvPr/>
          </p:nvSpPr>
          <p:spPr>
            <a:xfrm>
              <a:off x="15706" y="8066"/>
              <a:ext cx="533" cy="76"/>
            </a:xfrm>
            <a:custGeom>
              <a:avLst/>
              <a:gdLst>
                <a:gd name="connisteX0" fmla="*/ 0 w 338400"/>
                <a:gd name="connsiteY0" fmla="*/ 0 h 48344"/>
                <a:gd name="connisteX1" fmla="*/ 0 w 338400"/>
                <a:gd name="connsiteY1" fmla="*/ 48344 h 48344"/>
                <a:gd name="connisteX2" fmla="*/ 338400 w 338400"/>
                <a:gd name="connsiteY2" fmla="*/ 48344 h 48344"/>
                <a:gd name="connisteX3" fmla="*/ 338400 w 338400"/>
                <a:gd name="connsiteY3" fmla="*/ 0 h 4834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338400" h="48344">
                  <a:moveTo>
                    <a:pt x="0" y="0"/>
                  </a:moveTo>
                  <a:lnTo>
                    <a:pt x="0" y="48344"/>
                  </a:lnTo>
                  <a:lnTo>
                    <a:pt x="338400" y="48344"/>
                  </a:lnTo>
                  <a:lnTo>
                    <a:pt x="338400" y="0"/>
                  </a:lnTo>
                </a:path>
              </a:pathLst>
            </a:custGeom>
            <a:noFill/>
            <a:ln w="8978" cap="flat">
              <a:solidFill>
                <a:srgbClr val="009CA8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7" name="任意多边形 546"/>
            <p:cNvSpPr/>
            <p:nvPr/>
          </p:nvSpPr>
          <p:spPr>
            <a:xfrm>
              <a:off x="15701" y="8223"/>
              <a:ext cx="533" cy="196"/>
            </a:xfrm>
            <a:custGeom>
              <a:avLst/>
              <a:gdLst>
                <a:gd name="connisteX0" fmla="*/ 0 w 338400"/>
                <a:gd name="connsiteY0" fmla="*/ 0 h 124314"/>
                <a:gd name="connisteX1" fmla="*/ 338400 w 338400"/>
                <a:gd name="connsiteY1" fmla="*/ 0 h 124314"/>
                <a:gd name="connisteX2" fmla="*/ 338400 w 338400"/>
                <a:gd name="connsiteY2" fmla="*/ 124314 h 124314"/>
                <a:gd name="connisteX3" fmla="*/ 0 w 338400"/>
                <a:gd name="connsiteY3" fmla="*/ 124314 h 124314"/>
                <a:gd name="connisteX4" fmla="*/ 0 w 338400"/>
                <a:gd name="connsiteY4" fmla="*/ 0 h 12431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38400" h="124314">
                  <a:moveTo>
                    <a:pt x="0" y="0"/>
                  </a:moveTo>
                  <a:lnTo>
                    <a:pt x="338400" y="0"/>
                  </a:lnTo>
                  <a:lnTo>
                    <a:pt x="338400" y="124314"/>
                  </a:lnTo>
                  <a:lnTo>
                    <a:pt x="0" y="12431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48" name="图片 54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690" y="8229"/>
              <a:ext cx="555" cy="23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50" name="任意多边形 549"/>
            <p:cNvSpPr/>
            <p:nvPr/>
          </p:nvSpPr>
          <p:spPr>
            <a:xfrm>
              <a:off x="16305" y="8066"/>
              <a:ext cx="663" cy="76"/>
            </a:xfrm>
            <a:custGeom>
              <a:avLst/>
              <a:gdLst>
                <a:gd name="connisteX0" fmla="*/ 0 w 421273"/>
                <a:gd name="connsiteY0" fmla="*/ 0 h 48344"/>
                <a:gd name="connisteX1" fmla="*/ 0 w 421273"/>
                <a:gd name="connsiteY1" fmla="*/ 48344 h 48344"/>
                <a:gd name="connisteX2" fmla="*/ 421273 w 421273"/>
                <a:gd name="connsiteY2" fmla="*/ 48344 h 48344"/>
                <a:gd name="connisteX3" fmla="*/ 421273 w 421273"/>
                <a:gd name="connsiteY3" fmla="*/ 0 h 4834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421274" h="48344">
                  <a:moveTo>
                    <a:pt x="0" y="0"/>
                  </a:moveTo>
                  <a:lnTo>
                    <a:pt x="0" y="48344"/>
                  </a:lnTo>
                  <a:lnTo>
                    <a:pt x="421274" y="48344"/>
                  </a:lnTo>
                  <a:lnTo>
                    <a:pt x="421274" y="0"/>
                  </a:lnTo>
                </a:path>
              </a:pathLst>
            </a:custGeom>
            <a:noFill/>
            <a:ln w="8978" cap="flat">
              <a:solidFill>
                <a:srgbClr val="4389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51" name="任意多边形 550"/>
            <p:cNvSpPr/>
            <p:nvPr/>
          </p:nvSpPr>
          <p:spPr>
            <a:xfrm>
              <a:off x="16299" y="8223"/>
              <a:ext cx="664" cy="196"/>
            </a:xfrm>
            <a:custGeom>
              <a:avLst/>
              <a:gdLst>
                <a:gd name="connisteX0" fmla="*/ 0 w 421273"/>
                <a:gd name="connsiteY0" fmla="*/ 0 h 124314"/>
                <a:gd name="connisteX1" fmla="*/ 421273 w 421273"/>
                <a:gd name="connsiteY1" fmla="*/ 0 h 124314"/>
                <a:gd name="connisteX2" fmla="*/ 421273 w 421273"/>
                <a:gd name="connsiteY2" fmla="*/ 124314 h 124314"/>
                <a:gd name="connisteX3" fmla="*/ 0 w 421273"/>
                <a:gd name="connsiteY3" fmla="*/ 124314 h 124314"/>
                <a:gd name="connisteX4" fmla="*/ 0 w 421273"/>
                <a:gd name="connsiteY4" fmla="*/ 0 h 12431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21274" h="124314">
                  <a:moveTo>
                    <a:pt x="0" y="0"/>
                  </a:moveTo>
                  <a:lnTo>
                    <a:pt x="421274" y="0"/>
                  </a:lnTo>
                  <a:lnTo>
                    <a:pt x="421274" y="124314"/>
                  </a:lnTo>
                  <a:lnTo>
                    <a:pt x="0" y="12431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52" name="图片 55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288" y="8229"/>
              <a:ext cx="685" cy="23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54" name="任意多边形 553"/>
            <p:cNvSpPr/>
            <p:nvPr/>
          </p:nvSpPr>
          <p:spPr>
            <a:xfrm>
              <a:off x="17022" y="8066"/>
              <a:ext cx="773" cy="76"/>
            </a:xfrm>
            <a:custGeom>
              <a:avLst/>
              <a:gdLst>
                <a:gd name="connisteX0" fmla="*/ 0 w 490334"/>
                <a:gd name="connsiteY0" fmla="*/ 0 h 48344"/>
                <a:gd name="connisteX1" fmla="*/ 0 w 490334"/>
                <a:gd name="connsiteY1" fmla="*/ 48344 h 48344"/>
                <a:gd name="connisteX2" fmla="*/ 490334 w 490334"/>
                <a:gd name="connsiteY2" fmla="*/ 48344 h 48344"/>
                <a:gd name="connisteX3" fmla="*/ 490334 w 490334"/>
                <a:gd name="connsiteY3" fmla="*/ 0 h 4834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490335" h="48344">
                  <a:moveTo>
                    <a:pt x="0" y="0"/>
                  </a:moveTo>
                  <a:lnTo>
                    <a:pt x="0" y="48344"/>
                  </a:lnTo>
                  <a:lnTo>
                    <a:pt x="490335" y="48344"/>
                  </a:lnTo>
                  <a:lnTo>
                    <a:pt x="490335" y="0"/>
                  </a:lnTo>
                </a:path>
              </a:pathLst>
            </a:custGeom>
            <a:noFill/>
            <a:ln w="8978" cap="flat">
              <a:solidFill>
                <a:srgbClr val="27272C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55" name="任意多边形 554"/>
            <p:cNvSpPr/>
            <p:nvPr/>
          </p:nvSpPr>
          <p:spPr>
            <a:xfrm>
              <a:off x="17017" y="8223"/>
              <a:ext cx="772" cy="196"/>
            </a:xfrm>
            <a:custGeom>
              <a:avLst/>
              <a:gdLst>
                <a:gd name="connisteX0" fmla="*/ 0 w 490334"/>
                <a:gd name="connsiteY0" fmla="*/ 0 h 124314"/>
                <a:gd name="connisteX1" fmla="*/ 490334 w 490334"/>
                <a:gd name="connsiteY1" fmla="*/ 0 h 124314"/>
                <a:gd name="connisteX2" fmla="*/ 490334 w 490334"/>
                <a:gd name="connsiteY2" fmla="*/ 124314 h 124314"/>
                <a:gd name="connisteX3" fmla="*/ 0 w 490334"/>
                <a:gd name="connsiteY3" fmla="*/ 124314 h 124314"/>
                <a:gd name="connisteX4" fmla="*/ 0 w 490334"/>
                <a:gd name="connsiteY4" fmla="*/ 0 h 12431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90335" h="124314">
                  <a:moveTo>
                    <a:pt x="0" y="0"/>
                  </a:moveTo>
                  <a:lnTo>
                    <a:pt x="490335" y="0"/>
                  </a:lnTo>
                  <a:lnTo>
                    <a:pt x="490335" y="124314"/>
                  </a:lnTo>
                  <a:lnTo>
                    <a:pt x="0" y="12431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56" name="图片 55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006" y="8229"/>
              <a:ext cx="794" cy="23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58" name="任意多边形 557"/>
            <p:cNvSpPr/>
            <p:nvPr/>
          </p:nvSpPr>
          <p:spPr>
            <a:xfrm>
              <a:off x="15233" y="8419"/>
              <a:ext cx="468" cy="239"/>
            </a:xfrm>
            <a:custGeom>
              <a:avLst/>
              <a:gdLst>
                <a:gd name="connisteX0" fmla="*/ 0 w 296963"/>
                <a:gd name="connsiteY0" fmla="*/ 0 h 151939"/>
                <a:gd name="connisteX1" fmla="*/ 296963 w 296963"/>
                <a:gd name="connsiteY1" fmla="*/ 0 h 151939"/>
                <a:gd name="connisteX2" fmla="*/ 296963 w 296963"/>
                <a:gd name="connsiteY2" fmla="*/ 151939 h 151939"/>
                <a:gd name="connisteX3" fmla="*/ 0 w 296963"/>
                <a:gd name="connsiteY3" fmla="*/ 151939 h 151939"/>
                <a:gd name="connisteX4" fmla="*/ 0 w 296963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96963" h="151940">
                  <a:moveTo>
                    <a:pt x="0" y="0"/>
                  </a:moveTo>
                  <a:lnTo>
                    <a:pt x="296963" y="0"/>
                  </a:lnTo>
                  <a:lnTo>
                    <a:pt x="296963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59" name="图片 55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222" y="8457"/>
              <a:ext cx="490" cy="210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61" name="任意多边形 560"/>
            <p:cNvSpPr/>
            <p:nvPr/>
          </p:nvSpPr>
          <p:spPr>
            <a:xfrm>
              <a:off x="15701" y="8419"/>
              <a:ext cx="511" cy="239"/>
            </a:xfrm>
            <a:custGeom>
              <a:avLst/>
              <a:gdLst>
                <a:gd name="connisteX0" fmla="*/ 0 w 324587"/>
                <a:gd name="connsiteY0" fmla="*/ 0 h 151939"/>
                <a:gd name="connisteX1" fmla="*/ 324587 w 324587"/>
                <a:gd name="connsiteY1" fmla="*/ 0 h 151939"/>
                <a:gd name="connisteX2" fmla="*/ 324587 w 324587"/>
                <a:gd name="connsiteY2" fmla="*/ 151939 h 151939"/>
                <a:gd name="connisteX3" fmla="*/ 0 w 324587"/>
                <a:gd name="connsiteY3" fmla="*/ 151939 h 151939"/>
                <a:gd name="connisteX4" fmla="*/ 0 w 324587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24588" h="151940">
                  <a:moveTo>
                    <a:pt x="0" y="0"/>
                  </a:moveTo>
                  <a:lnTo>
                    <a:pt x="324588" y="0"/>
                  </a:lnTo>
                  <a:lnTo>
                    <a:pt x="324588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62" name="图片 56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690" y="8457"/>
              <a:ext cx="533" cy="210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64" name="任意多边形 563"/>
            <p:cNvSpPr/>
            <p:nvPr/>
          </p:nvSpPr>
          <p:spPr>
            <a:xfrm>
              <a:off x="16245" y="8419"/>
              <a:ext cx="1022" cy="239"/>
            </a:xfrm>
            <a:custGeom>
              <a:avLst/>
              <a:gdLst>
                <a:gd name="connisteX0" fmla="*/ 0 w 649175"/>
                <a:gd name="connsiteY0" fmla="*/ 0 h 151939"/>
                <a:gd name="connisteX1" fmla="*/ 649175 w 649175"/>
                <a:gd name="connsiteY1" fmla="*/ 0 h 151939"/>
                <a:gd name="connisteX2" fmla="*/ 649175 w 649175"/>
                <a:gd name="connsiteY2" fmla="*/ 151939 h 151939"/>
                <a:gd name="connisteX3" fmla="*/ 0 w 649175"/>
                <a:gd name="connsiteY3" fmla="*/ 151939 h 151939"/>
                <a:gd name="connisteX4" fmla="*/ 0 w 649175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49176" h="151940">
                  <a:moveTo>
                    <a:pt x="0" y="0"/>
                  </a:moveTo>
                  <a:lnTo>
                    <a:pt x="649176" y="0"/>
                  </a:lnTo>
                  <a:lnTo>
                    <a:pt x="649176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65" name="图片 56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6234" y="8457"/>
              <a:ext cx="1044" cy="210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67" name="任意多边形 566"/>
            <p:cNvSpPr/>
            <p:nvPr/>
          </p:nvSpPr>
          <p:spPr>
            <a:xfrm>
              <a:off x="17278" y="8419"/>
              <a:ext cx="511" cy="239"/>
            </a:xfrm>
            <a:custGeom>
              <a:avLst/>
              <a:gdLst>
                <a:gd name="connisteX0" fmla="*/ 0 w 324587"/>
                <a:gd name="connsiteY0" fmla="*/ 0 h 151939"/>
                <a:gd name="connisteX1" fmla="*/ 324587 w 324587"/>
                <a:gd name="connsiteY1" fmla="*/ 0 h 151939"/>
                <a:gd name="connisteX2" fmla="*/ 324587 w 324587"/>
                <a:gd name="connsiteY2" fmla="*/ 151939 h 151939"/>
                <a:gd name="connisteX3" fmla="*/ 0 w 324587"/>
                <a:gd name="connsiteY3" fmla="*/ 151939 h 151939"/>
                <a:gd name="connisteX4" fmla="*/ 0 w 324587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24588" h="151940">
                  <a:moveTo>
                    <a:pt x="0" y="0"/>
                  </a:moveTo>
                  <a:lnTo>
                    <a:pt x="324588" y="0"/>
                  </a:lnTo>
                  <a:lnTo>
                    <a:pt x="324588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68" name="图片 567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7267" y="8457"/>
              <a:ext cx="533" cy="210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70" name="任意多边形 569"/>
            <p:cNvSpPr/>
            <p:nvPr/>
          </p:nvSpPr>
          <p:spPr>
            <a:xfrm>
              <a:off x="15326" y="8805"/>
              <a:ext cx="163" cy="250"/>
            </a:xfrm>
            <a:custGeom>
              <a:avLst/>
              <a:gdLst>
                <a:gd name="connisteX0" fmla="*/ 0 w 103591"/>
                <a:gd name="connsiteY0" fmla="*/ 0 h 158845"/>
                <a:gd name="connisteX1" fmla="*/ 103591 w 103591"/>
                <a:gd name="connsiteY1" fmla="*/ 0 h 158845"/>
                <a:gd name="connisteX2" fmla="*/ 103591 w 103591"/>
                <a:gd name="connsiteY2" fmla="*/ 158845 h 158845"/>
                <a:gd name="connisteX3" fmla="*/ 0 w 103591"/>
                <a:gd name="connsiteY3" fmla="*/ 158845 h 158845"/>
                <a:gd name="connisteX4" fmla="*/ 0 w 10359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3592" h="158846">
                  <a:moveTo>
                    <a:pt x="0" y="0"/>
                  </a:moveTo>
                  <a:lnTo>
                    <a:pt x="103592" y="0"/>
                  </a:lnTo>
                  <a:lnTo>
                    <a:pt x="10359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C2C3"/>
            </a:solidFill>
            <a:ln w="5525" cap="flat">
              <a:solidFill>
                <a:srgbClr val="666666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71" name="任意多边形 570"/>
            <p:cNvSpPr/>
            <p:nvPr/>
          </p:nvSpPr>
          <p:spPr>
            <a:xfrm>
              <a:off x="15570" y="8800"/>
              <a:ext cx="1034" cy="250"/>
            </a:xfrm>
            <a:custGeom>
              <a:avLst/>
              <a:gdLst>
                <a:gd name="connisteX0" fmla="*/ 0 w 656081"/>
                <a:gd name="connsiteY0" fmla="*/ 0 h 158845"/>
                <a:gd name="connisteX1" fmla="*/ 656081 w 656081"/>
                <a:gd name="connsiteY1" fmla="*/ 0 h 158845"/>
                <a:gd name="connisteX2" fmla="*/ 656081 w 656081"/>
                <a:gd name="connsiteY2" fmla="*/ 158845 h 158845"/>
                <a:gd name="connisteX3" fmla="*/ 0 w 656081"/>
                <a:gd name="connsiteY3" fmla="*/ 158845 h 158845"/>
                <a:gd name="connisteX4" fmla="*/ 0 w 65608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56082" h="158846">
                  <a:moveTo>
                    <a:pt x="0" y="0"/>
                  </a:moveTo>
                  <a:lnTo>
                    <a:pt x="656082" y="0"/>
                  </a:lnTo>
                  <a:lnTo>
                    <a:pt x="65608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72" name="图片 57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570" y="8860"/>
              <a:ext cx="1055" cy="184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74" name="任意多边形 573"/>
            <p:cNvSpPr/>
            <p:nvPr/>
          </p:nvSpPr>
          <p:spPr>
            <a:xfrm>
              <a:off x="16729" y="8805"/>
              <a:ext cx="163" cy="250"/>
            </a:xfrm>
            <a:custGeom>
              <a:avLst/>
              <a:gdLst>
                <a:gd name="connisteX0" fmla="*/ 0 w 103591"/>
                <a:gd name="connsiteY0" fmla="*/ 0 h 158845"/>
                <a:gd name="connisteX1" fmla="*/ 103591 w 103591"/>
                <a:gd name="connsiteY1" fmla="*/ 0 h 158845"/>
                <a:gd name="connisteX2" fmla="*/ 103591 w 103591"/>
                <a:gd name="connsiteY2" fmla="*/ 158845 h 158845"/>
                <a:gd name="connisteX3" fmla="*/ 0 w 103591"/>
                <a:gd name="connsiteY3" fmla="*/ 158845 h 158845"/>
                <a:gd name="connisteX4" fmla="*/ 0 w 10359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3592" h="158846">
                  <a:moveTo>
                    <a:pt x="0" y="0"/>
                  </a:moveTo>
                  <a:lnTo>
                    <a:pt x="103592" y="0"/>
                  </a:lnTo>
                  <a:lnTo>
                    <a:pt x="10359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D3D5"/>
            </a:solidFill>
            <a:ln w="5525" cap="flat">
              <a:solidFill>
                <a:srgbClr val="666666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75" name="任意多边形 574"/>
            <p:cNvSpPr/>
            <p:nvPr/>
          </p:nvSpPr>
          <p:spPr>
            <a:xfrm>
              <a:off x="16973" y="8800"/>
              <a:ext cx="1034" cy="250"/>
            </a:xfrm>
            <a:custGeom>
              <a:avLst/>
              <a:gdLst>
                <a:gd name="connisteX0" fmla="*/ 0 w 656081"/>
                <a:gd name="connsiteY0" fmla="*/ 0 h 158845"/>
                <a:gd name="connisteX1" fmla="*/ 656081 w 656081"/>
                <a:gd name="connsiteY1" fmla="*/ 0 h 158845"/>
                <a:gd name="connisteX2" fmla="*/ 656081 w 656081"/>
                <a:gd name="connsiteY2" fmla="*/ 158845 h 158845"/>
                <a:gd name="connisteX3" fmla="*/ 0 w 656081"/>
                <a:gd name="connsiteY3" fmla="*/ 158845 h 158845"/>
                <a:gd name="connisteX4" fmla="*/ 0 w 65608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56082" h="158846">
                  <a:moveTo>
                    <a:pt x="0" y="0"/>
                  </a:moveTo>
                  <a:lnTo>
                    <a:pt x="656082" y="0"/>
                  </a:lnTo>
                  <a:lnTo>
                    <a:pt x="65608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76" name="图片 575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6973" y="8860"/>
              <a:ext cx="1055" cy="184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78" name="任意多边形 577"/>
            <p:cNvSpPr/>
            <p:nvPr/>
          </p:nvSpPr>
          <p:spPr>
            <a:xfrm>
              <a:off x="15326" y="9153"/>
              <a:ext cx="163" cy="250"/>
            </a:xfrm>
            <a:custGeom>
              <a:avLst/>
              <a:gdLst>
                <a:gd name="connisteX0" fmla="*/ 0 w 103591"/>
                <a:gd name="connsiteY0" fmla="*/ 0 h 158845"/>
                <a:gd name="connisteX1" fmla="*/ 103591 w 103591"/>
                <a:gd name="connsiteY1" fmla="*/ 0 h 158845"/>
                <a:gd name="connisteX2" fmla="*/ 103591 w 103591"/>
                <a:gd name="connsiteY2" fmla="*/ 158845 h 158845"/>
                <a:gd name="connisteX3" fmla="*/ 0 w 103591"/>
                <a:gd name="connsiteY3" fmla="*/ 158845 h 158845"/>
                <a:gd name="connisteX4" fmla="*/ 0 w 10359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3592" h="158846">
                  <a:moveTo>
                    <a:pt x="0" y="0"/>
                  </a:moveTo>
                  <a:lnTo>
                    <a:pt x="103592" y="0"/>
                  </a:lnTo>
                  <a:lnTo>
                    <a:pt x="10359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CEFA"/>
            </a:solidFill>
            <a:ln w="5525" cap="flat">
              <a:solidFill>
                <a:srgbClr val="666666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79" name="任意多边形 578"/>
            <p:cNvSpPr/>
            <p:nvPr/>
          </p:nvSpPr>
          <p:spPr>
            <a:xfrm>
              <a:off x="15570" y="9148"/>
              <a:ext cx="1034" cy="250"/>
            </a:xfrm>
            <a:custGeom>
              <a:avLst/>
              <a:gdLst>
                <a:gd name="connisteX0" fmla="*/ 0 w 656081"/>
                <a:gd name="connsiteY0" fmla="*/ 0 h 158845"/>
                <a:gd name="connisteX1" fmla="*/ 656081 w 656081"/>
                <a:gd name="connsiteY1" fmla="*/ 0 h 158845"/>
                <a:gd name="connisteX2" fmla="*/ 656081 w 656081"/>
                <a:gd name="connsiteY2" fmla="*/ 158845 h 158845"/>
                <a:gd name="connisteX3" fmla="*/ 0 w 656081"/>
                <a:gd name="connsiteY3" fmla="*/ 158845 h 158845"/>
                <a:gd name="connisteX4" fmla="*/ 0 w 65608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56082" h="158846">
                  <a:moveTo>
                    <a:pt x="0" y="0"/>
                  </a:moveTo>
                  <a:lnTo>
                    <a:pt x="656082" y="0"/>
                  </a:lnTo>
                  <a:lnTo>
                    <a:pt x="65608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80" name="图片 57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5570" y="9208"/>
              <a:ext cx="1055" cy="185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82" name="任意多边形 581"/>
            <p:cNvSpPr/>
            <p:nvPr/>
          </p:nvSpPr>
          <p:spPr>
            <a:xfrm>
              <a:off x="16729" y="9153"/>
              <a:ext cx="163" cy="250"/>
            </a:xfrm>
            <a:custGeom>
              <a:avLst/>
              <a:gdLst>
                <a:gd name="connisteX0" fmla="*/ 0 w 103591"/>
                <a:gd name="connsiteY0" fmla="*/ 0 h 158845"/>
                <a:gd name="connisteX1" fmla="*/ 103591 w 103591"/>
                <a:gd name="connsiteY1" fmla="*/ 0 h 158845"/>
                <a:gd name="connisteX2" fmla="*/ 103591 w 103591"/>
                <a:gd name="connsiteY2" fmla="*/ 158845 h 158845"/>
                <a:gd name="connisteX3" fmla="*/ 0 w 103591"/>
                <a:gd name="connsiteY3" fmla="*/ 158845 h 158845"/>
                <a:gd name="connisteX4" fmla="*/ 0 w 10359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3592" h="158846">
                  <a:moveTo>
                    <a:pt x="0" y="0"/>
                  </a:moveTo>
                  <a:lnTo>
                    <a:pt x="103592" y="0"/>
                  </a:lnTo>
                  <a:lnTo>
                    <a:pt x="10359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525" cap="flat">
              <a:solidFill>
                <a:srgbClr val="666666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83" name="任意多边形 582"/>
            <p:cNvSpPr/>
            <p:nvPr/>
          </p:nvSpPr>
          <p:spPr>
            <a:xfrm>
              <a:off x="16973" y="9148"/>
              <a:ext cx="1034" cy="250"/>
            </a:xfrm>
            <a:custGeom>
              <a:avLst/>
              <a:gdLst>
                <a:gd name="connisteX0" fmla="*/ 0 w 656081"/>
                <a:gd name="connsiteY0" fmla="*/ 0 h 158845"/>
                <a:gd name="connisteX1" fmla="*/ 656081 w 656081"/>
                <a:gd name="connsiteY1" fmla="*/ 0 h 158845"/>
                <a:gd name="connisteX2" fmla="*/ 656081 w 656081"/>
                <a:gd name="connsiteY2" fmla="*/ 158845 h 158845"/>
                <a:gd name="connisteX3" fmla="*/ 0 w 656081"/>
                <a:gd name="connsiteY3" fmla="*/ 158845 h 158845"/>
                <a:gd name="connisteX4" fmla="*/ 0 w 65608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56082" h="158846">
                  <a:moveTo>
                    <a:pt x="0" y="0"/>
                  </a:moveTo>
                  <a:lnTo>
                    <a:pt x="656082" y="0"/>
                  </a:lnTo>
                  <a:lnTo>
                    <a:pt x="65608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84" name="图片 583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6973" y="9208"/>
              <a:ext cx="1055" cy="185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86" name="任意多边形 585"/>
            <p:cNvSpPr/>
            <p:nvPr/>
          </p:nvSpPr>
          <p:spPr>
            <a:xfrm>
              <a:off x="15489" y="9599"/>
              <a:ext cx="2251" cy="577"/>
            </a:xfrm>
            <a:custGeom>
              <a:avLst/>
              <a:gdLst>
                <a:gd name="connisteX0" fmla="*/ 0 w 1429567"/>
                <a:gd name="connsiteY0" fmla="*/ 47584 h 366036"/>
                <a:gd name="connisteX1" fmla="*/ 42887 w 1429567"/>
                <a:gd name="connsiteY1" fmla="*/ 0 h 366036"/>
                <a:gd name="connisteX2" fmla="*/ 1386680 w 1429567"/>
                <a:gd name="connsiteY2" fmla="*/ 0 h 366036"/>
                <a:gd name="connisteX3" fmla="*/ 1429567 w 1429567"/>
                <a:gd name="connsiteY3" fmla="*/ 47584 h 366036"/>
                <a:gd name="connisteX4" fmla="*/ 1429567 w 1429567"/>
                <a:gd name="connsiteY4" fmla="*/ 318451 h 366036"/>
                <a:gd name="connisteX5" fmla="*/ 1386680 w 1429567"/>
                <a:gd name="connsiteY5" fmla="*/ 366036 h 366036"/>
                <a:gd name="connisteX6" fmla="*/ 42887 w 1429567"/>
                <a:gd name="connsiteY6" fmla="*/ 366036 h 366036"/>
                <a:gd name="connisteX7" fmla="*/ 0 w 1429567"/>
                <a:gd name="connsiteY7" fmla="*/ 318451 h 366036"/>
                <a:gd name="connisteX8" fmla="*/ 0 w 1429567"/>
                <a:gd name="connsiteY8" fmla="*/ 47584 h 36603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429568" h="366036">
                  <a:moveTo>
                    <a:pt x="0" y="47585"/>
                  </a:moveTo>
                  <a:cubicBezTo>
                    <a:pt x="0" y="21304"/>
                    <a:pt x="19201" y="0"/>
                    <a:pt x="42887" y="0"/>
                  </a:cubicBezTo>
                  <a:lnTo>
                    <a:pt x="1386681" y="0"/>
                  </a:lnTo>
                  <a:cubicBezTo>
                    <a:pt x="1410367" y="0"/>
                    <a:pt x="1429568" y="21304"/>
                    <a:pt x="1429568" y="47585"/>
                  </a:cubicBezTo>
                  <a:lnTo>
                    <a:pt x="1429568" y="318452"/>
                  </a:lnTo>
                  <a:cubicBezTo>
                    <a:pt x="1429568" y="344732"/>
                    <a:pt x="1410367" y="366036"/>
                    <a:pt x="1386681" y="366036"/>
                  </a:cubicBezTo>
                  <a:lnTo>
                    <a:pt x="42887" y="366036"/>
                  </a:lnTo>
                  <a:cubicBezTo>
                    <a:pt x="19201" y="366036"/>
                    <a:pt x="0" y="344732"/>
                    <a:pt x="0" y="318452"/>
                  </a:cubicBezTo>
                  <a:lnTo>
                    <a:pt x="0" y="47585"/>
                  </a:lnTo>
                  <a:close/>
                </a:path>
              </a:pathLst>
            </a:custGeom>
            <a:solidFill>
              <a:srgbClr val="E9F6FF"/>
            </a:solidFill>
            <a:ln w="6906" cap="flat">
              <a:solidFill>
                <a:srgbClr val="498DFA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87" name="任意多边形 586"/>
            <p:cNvSpPr/>
            <p:nvPr/>
          </p:nvSpPr>
          <p:spPr>
            <a:xfrm>
              <a:off x="15516" y="9615"/>
              <a:ext cx="2186" cy="533"/>
            </a:xfrm>
            <a:custGeom>
              <a:avLst/>
              <a:gdLst>
                <a:gd name="connisteX0" fmla="*/ 0 w 1388131"/>
                <a:gd name="connsiteY0" fmla="*/ 0 h 338410"/>
                <a:gd name="connisteX1" fmla="*/ 1388131 w 1388131"/>
                <a:gd name="connsiteY1" fmla="*/ 0 h 338410"/>
                <a:gd name="connisteX2" fmla="*/ 1388131 w 1388131"/>
                <a:gd name="connsiteY2" fmla="*/ 338410 h 338410"/>
                <a:gd name="connisteX3" fmla="*/ 0 w 1388131"/>
                <a:gd name="connsiteY3" fmla="*/ 338410 h 338410"/>
                <a:gd name="connisteX4" fmla="*/ 0 w 1388131"/>
                <a:gd name="connsiteY4" fmla="*/ 0 h 33841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388131" h="338411">
                  <a:moveTo>
                    <a:pt x="0" y="0"/>
                  </a:moveTo>
                  <a:lnTo>
                    <a:pt x="1388131" y="0"/>
                  </a:lnTo>
                  <a:lnTo>
                    <a:pt x="1388131" y="338411"/>
                  </a:lnTo>
                  <a:lnTo>
                    <a:pt x="0" y="338411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88" name="图片 587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5505" y="9659"/>
              <a:ext cx="2208" cy="517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</p:grpSp>
      <p:sp>
        <p:nvSpPr>
          <p:cNvPr id="103" name="任意多边形 102"/>
          <p:cNvSpPr/>
          <p:nvPr/>
        </p:nvSpPr>
        <p:spPr>
          <a:xfrm flipV="1">
            <a:off x="6309995" y="2037715"/>
            <a:ext cx="207010" cy="76200"/>
          </a:xfrm>
          <a:custGeom>
            <a:avLst/>
            <a:gdLst>
              <a:gd name="connisteX0" fmla="*/ 0 w 52003"/>
              <a:gd name="connsiteY0" fmla="*/ 0 h 0"/>
              <a:gd name="connisteX1" fmla="*/ 52003 w 52003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52003">
                <a:moveTo>
                  <a:pt x="0" y="0"/>
                </a:moveTo>
                <a:lnTo>
                  <a:pt x="52003" y="0"/>
                </a:lnTo>
              </a:path>
            </a:pathLst>
          </a:custGeom>
          <a:noFill/>
          <a:ln w="25400" cap="flat">
            <a:solidFill>
              <a:srgbClr val="5997FF"/>
            </a:solidFill>
            <a:custDash/>
            <a:miter/>
            <a:tailEnd type="triangle"/>
          </a:ln>
        </p:spPr>
        <p:txBody>
          <a:bodyPr/>
          <a:p>
            <a:endParaRPr lang="zh-CN" altLang="en-US"/>
          </a:p>
        </p:txBody>
      </p:sp>
      <p:sp>
        <p:nvSpPr>
          <p:cNvPr id="112" name="任意多边形 111"/>
          <p:cNvSpPr/>
          <p:nvPr/>
        </p:nvSpPr>
        <p:spPr>
          <a:xfrm>
            <a:off x="6523990" y="504825"/>
            <a:ext cx="4861560" cy="3369945"/>
          </a:xfrm>
          <a:custGeom>
            <a:avLst/>
            <a:gdLst>
              <a:gd name="connisteX0" fmla="*/ 0 w 4861912"/>
              <a:gd name="connsiteY0" fmla="*/ 151663 h 3370296"/>
              <a:gd name="connisteX1" fmla="*/ 145857 w 4861912"/>
              <a:gd name="connsiteY1" fmla="*/ 0 h 3370296"/>
              <a:gd name="connisteX2" fmla="*/ 4716054 w 4861912"/>
              <a:gd name="connsiteY2" fmla="*/ 0 h 3370296"/>
              <a:gd name="connisteX3" fmla="*/ 4861912 w 4861912"/>
              <a:gd name="connsiteY3" fmla="*/ 151663 h 3370296"/>
              <a:gd name="connisteX4" fmla="*/ 4861912 w 4861912"/>
              <a:gd name="connsiteY4" fmla="*/ 3218632 h 3370296"/>
              <a:gd name="connisteX5" fmla="*/ 4716054 w 4861912"/>
              <a:gd name="connsiteY5" fmla="*/ 3370296 h 3370296"/>
              <a:gd name="connisteX6" fmla="*/ 145857 w 4861912"/>
              <a:gd name="connsiteY6" fmla="*/ 3370296 h 3370296"/>
              <a:gd name="connisteX7" fmla="*/ 0 w 4861912"/>
              <a:gd name="connsiteY7" fmla="*/ 3218632 h 3370296"/>
              <a:gd name="connisteX8" fmla="*/ 0 w 4861912"/>
              <a:gd name="connsiteY8" fmla="*/ 151663 h 33702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4861912" h="3370296">
                <a:moveTo>
                  <a:pt x="0" y="151663"/>
                </a:moveTo>
                <a:cubicBezTo>
                  <a:pt x="0" y="67902"/>
                  <a:pt x="65303" y="0"/>
                  <a:pt x="145857" y="0"/>
                </a:cubicBezTo>
                <a:lnTo>
                  <a:pt x="4716055" y="0"/>
                </a:lnTo>
                <a:cubicBezTo>
                  <a:pt x="4796610" y="0"/>
                  <a:pt x="4861912" y="67902"/>
                  <a:pt x="4861912" y="151663"/>
                </a:cubicBezTo>
                <a:lnTo>
                  <a:pt x="4861912" y="3218633"/>
                </a:lnTo>
                <a:cubicBezTo>
                  <a:pt x="4861912" y="3302394"/>
                  <a:pt x="4796610" y="3370296"/>
                  <a:pt x="4716055" y="3370296"/>
                </a:cubicBezTo>
                <a:lnTo>
                  <a:pt x="145857" y="3370296"/>
                </a:lnTo>
                <a:cubicBezTo>
                  <a:pt x="65303" y="3370296"/>
                  <a:pt x="0" y="3302394"/>
                  <a:pt x="0" y="3218633"/>
                </a:cubicBezTo>
                <a:lnTo>
                  <a:pt x="0" y="151663"/>
                </a:lnTo>
                <a:close/>
              </a:path>
            </a:pathLst>
          </a:custGeom>
          <a:solidFill>
            <a:srgbClr val="EAF7FF"/>
          </a:solidFill>
          <a:ln w="13812" cap="flat">
            <a:solidFill>
              <a:srgbClr val="4398D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14" name="任意多边形 113"/>
          <p:cNvSpPr/>
          <p:nvPr/>
        </p:nvSpPr>
        <p:spPr>
          <a:xfrm>
            <a:off x="6634480" y="553085"/>
            <a:ext cx="4640580" cy="269240"/>
          </a:xfrm>
          <a:custGeom>
            <a:avLst/>
            <a:gdLst>
              <a:gd name="connisteX0" fmla="*/ 0 w 4640916"/>
              <a:gd name="connsiteY0" fmla="*/ 0 h 269347"/>
              <a:gd name="connisteX1" fmla="*/ 4640916 w 4640916"/>
              <a:gd name="connsiteY1" fmla="*/ 0 h 269347"/>
              <a:gd name="connisteX2" fmla="*/ 4640916 w 4640916"/>
              <a:gd name="connsiteY2" fmla="*/ 269347 h 269347"/>
              <a:gd name="connisteX3" fmla="*/ 0 w 4640916"/>
              <a:gd name="connsiteY3" fmla="*/ 269347 h 269347"/>
              <a:gd name="connisteX4" fmla="*/ 0 w 4640916"/>
              <a:gd name="connsiteY4" fmla="*/ 0 h 26934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640916" h="269347">
                <a:moveTo>
                  <a:pt x="0" y="0"/>
                </a:moveTo>
                <a:lnTo>
                  <a:pt x="4640916" y="0"/>
                </a:lnTo>
                <a:lnTo>
                  <a:pt x="4640916" y="269347"/>
                </a:lnTo>
                <a:lnTo>
                  <a:pt x="0" y="26934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7495" y="563245"/>
            <a:ext cx="4654550" cy="31813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117" name="任意多边形 116"/>
          <p:cNvSpPr/>
          <p:nvPr/>
        </p:nvSpPr>
        <p:spPr>
          <a:xfrm>
            <a:off x="6606540" y="1133475"/>
            <a:ext cx="746125" cy="379730"/>
          </a:xfrm>
          <a:custGeom>
            <a:avLst/>
            <a:gdLst>
              <a:gd name="connisteX0" fmla="*/ 0 w 745861"/>
              <a:gd name="connsiteY0" fmla="*/ 0 h 379848"/>
              <a:gd name="connisteX1" fmla="*/ 745861 w 745861"/>
              <a:gd name="connsiteY1" fmla="*/ 0 h 379848"/>
              <a:gd name="connisteX2" fmla="*/ 745861 w 745861"/>
              <a:gd name="connsiteY2" fmla="*/ 379848 h 379848"/>
              <a:gd name="connisteX3" fmla="*/ 0 w 745861"/>
              <a:gd name="connsiteY3" fmla="*/ 379848 h 379848"/>
              <a:gd name="connisteX4" fmla="*/ 0 w 745861"/>
              <a:gd name="connsiteY4" fmla="*/ 0 h 37984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45862" h="379849">
                <a:moveTo>
                  <a:pt x="0" y="0"/>
                </a:moveTo>
                <a:lnTo>
                  <a:pt x="745862" y="0"/>
                </a:lnTo>
                <a:lnTo>
                  <a:pt x="745862" y="379849"/>
                </a:lnTo>
                <a:lnTo>
                  <a:pt x="0" y="379849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24" name="任意多边形 123"/>
          <p:cNvSpPr/>
          <p:nvPr/>
        </p:nvSpPr>
        <p:spPr>
          <a:xfrm>
            <a:off x="6805930" y="1419225"/>
            <a:ext cx="256540" cy="179705"/>
          </a:xfrm>
          <a:custGeom>
            <a:avLst/>
            <a:gdLst>
              <a:gd name="connisteX0" fmla="*/ 0 w 345306"/>
              <a:gd name="connsiteY0" fmla="*/ 48344 h 241722"/>
              <a:gd name="connisteX1" fmla="*/ 48342 w 345306"/>
              <a:gd name="connsiteY1" fmla="*/ 0 h 241722"/>
              <a:gd name="connisteX2" fmla="*/ 296963 w 345306"/>
              <a:gd name="connsiteY2" fmla="*/ 0 h 241722"/>
              <a:gd name="connisteX3" fmla="*/ 345306 w 345306"/>
              <a:gd name="connsiteY3" fmla="*/ 48344 h 241722"/>
              <a:gd name="connisteX4" fmla="*/ 345306 w 345306"/>
              <a:gd name="connsiteY4" fmla="*/ 193377 h 241722"/>
              <a:gd name="connisteX5" fmla="*/ 296963 w 345306"/>
              <a:gd name="connsiteY5" fmla="*/ 241722 h 241722"/>
              <a:gd name="connisteX6" fmla="*/ 48342 w 345306"/>
              <a:gd name="connsiteY6" fmla="*/ 241722 h 241722"/>
              <a:gd name="connisteX7" fmla="*/ 0 w 345306"/>
              <a:gd name="connsiteY7" fmla="*/ 193377 h 241722"/>
              <a:gd name="connisteX8" fmla="*/ 0 w 345306"/>
              <a:gd name="connsiteY8" fmla="*/ 48344 h 2417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345306" h="241722">
                <a:moveTo>
                  <a:pt x="0" y="48344"/>
                </a:moveTo>
                <a:cubicBezTo>
                  <a:pt x="0" y="21645"/>
                  <a:pt x="21644" y="0"/>
                  <a:pt x="48343" y="0"/>
                </a:cubicBezTo>
                <a:lnTo>
                  <a:pt x="296963" y="0"/>
                </a:lnTo>
                <a:cubicBezTo>
                  <a:pt x="323662" y="0"/>
                  <a:pt x="345306" y="21645"/>
                  <a:pt x="345306" y="48344"/>
                </a:cubicBezTo>
                <a:lnTo>
                  <a:pt x="345306" y="193378"/>
                </a:lnTo>
                <a:cubicBezTo>
                  <a:pt x="345306" y="220078"/>
                  <a:pt x="323662" y="241722"/>
                  <a:pt x="296963" y="241722"/>
                </a:cubicBezTo>
                <a:lnTo>
                  <a:pt x="48343" y="241722"/>
                </a:lnTo>
                <a:cubicBezTo>
                  <a:pt x="21644" y="241722"/>
                  <a:pt x="0" y="220078"/>
                  <a:pt x="0" y="193378"/>
                </a:cubicBezTo>
                <a:lnTo>
                  <a:pt x="0" y="48344"/>
                </a:lnTo>
                <a:close/>
              </a:path>
            </a:pathLst>
          </a:custGeom>
          <a:solidFill>
            <a:srgbClr val="EAF7FC"/>
          </a:solidFill>
          <a:ln w="6906" cap="flat">
            <a:solidFill>
              <a:srgbClr val="418C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34" name="任意多边形 133"/>
          <p:cNvSpPr/>
          <p:nvPr/>
        </p:nvSpPr>
        <p:spPr>
          <a:xfrm>
            <a:off x="7369810" y="1177925"/>
            <a:ext cx="746125" cy="656590"/>
          </a:xfrm>
          <a:custGeom>
            <a:avLst/>
            <a:gdLst>
              <a:gd name="connisteX0" fmla="*/ 0 w 745861"/>
              <a:gd name="connsiteY0" fmla="*/ 0 h 656102"/>
              <a:gd name="connisteX1" fmla="*/ 745861 w 745861"/>
              <a:gd name="connsiteY1" fmla="*/ 179564 h 656102"/>
              <a:gd name="connisteX2" fmla="*/ 745861 w 745861"/>
              <a:gd name="connsiteY2" fmla="*/ 462725 h 656102"/>
              <a:gd name="connisteX3" fmla="*/ 0 w 745861"/>
              <a:gd name="connsiteY3" fmla="*/ 656102 h 656102"/>
              <a:gd name="connisteX4" fmla="*/ 0 w 745861"/>
              <a:gd name="connsiteY4" fmla="*/ 0 h 6561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45862" h="656103">
                <a:moveTo>
                  <a:pt x="0" y="0"/>
                </a:moveTo>
                <a:lnTo>
                  <a:pt x="745862" y="179565"/>
                </a:lnTo>
                <a:lnTo>
                  <a:pt x="745862" y="462725"/>
                </a:lnTo>
                <a:lnTo>
                  <a:pt x="0" y="656103"/>
                </a:lnTo>
                <a:lnTo>
                  <a:pt x="0" y="0"/>
                </a:lnTo>
                <a:close/>
              </a:path>
            </a:pathLst>
          </a:custGeom>
          <a:solidFill>
            <a:srgbClr val="C3DF94"/>
          </a:solidFill>
          <a:ln w="9669" cap="flat">
            <a:solidFill>
              <a:srgbClr val="589226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35" name="任意多边形 134"/>
          <p:cNvSpPr/>
          <p:nvPr/>
        </p:nvSpPr>
        <p:spPr>
          <a:xfrm>
            <a:off x="7386955" y="1326515"/>
            <a:ext cx="690880" cy="373380"/>
          </a:xfrm>
          <a:custGeom>
            <a:avLst/>
            <a:gdLst>
              <a:gd name="connisteX0" fmla="*/ 0 w 690612"/>
              <a:gd name="connsiteY0" fmla="*/ 0 h 372942"/>
              <a:gd name="connisteX1" fmla="*/ 690612 w 690612"/>
              <a:gd name="connsiteY1" fmla="*/ 0 h 372942"/>
              <a:gd name="connisteX2" fmla="*/ 690612 w 690612"/>
              <a:gd name="connsiteY2" fmla="*/ 372942 h 372942"/>
              <a:gd name="connisteX3" fmla="*/ 0 w 690612"/>
              <a:gd name="connsiteY3" fmla="*/ 372942 h 372942"/>
              <a:gd name="connisteX4" fmla="*/ 0 w 690612"/>
              <a:gd name="connsiteY4" fmla="*/ 0 h 37294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690613" h="372943">
                <a:moveTo>
                  <a:pt x="0" y="0"/>
                </a:moveTo>
                <a:lnTo>
                  <a:pt x="690613" y="0"/>
                </a:lnTo>
                <a:lnTo>
                  <a:pt x="690613" y="372943"/>
                </a:lnTo>
                <a:lnTo>
                  <a:pt x="0" y="37294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136" name="图片 13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80605" y="1350645"/>
            <a:ext cx="704215" cy="36639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138" name="任意多边形 137"/>
          <p:cNvSpPr/>
          <p:nvPr/>
        </p:nvSpPr>
        <p:spPr>
          <a:xfrm>
            <a:off x="6805930" y="1671320"/>
            <a:ext cx="256540" cy="179705"/>
          </a:xfrm>
          <a:custGeom>
            <a:avLst/>
            <a:gdLst>
              <a:gd name="connisteX0" fmla="*/ 0 w 324587"/>
              <a:gd name="connsiteY0" fmla="*/ 47860 h 227909"/>
              <a:gd name="connisteX1" fmla="*/ 47065 w 324587"/>
              <a:gd name="connsiteY1" fmla="*/ 0 h 227909"/>
              <a:gd name="connisteX2" fmla="*/ 277522 w 324587"/>
              <a:gd name="connsiteY2" fmla="*/ 0 h 227909"/>
              <a:gd name="connisteX3" fmla="*/ 324587 w 324587"/>
              <a:gd name="connsiteY3" fmla="*/ 47860 h 227909"/>
              <a:gd name="connisteX4" fmla="*/ 324587 w 324587"/>
              <a:gd name="connsiteY4" fmla="*/ 180048 h 227909"/>
              <a:gd name="connisteX5" fmla="*/ 277522 w 324587"/>
              <a:gd name="connsiteY5" fmla="*/ 227909 h 227909"/>
              <a:gd name="connisteX6" fmla="*/ 47065 w 324587"/>
              <a:gd name="connsiteY6" fmla="*/ 227909 h 227909"/>
              <a:gd name="connisteX7" fmla="*/ 0 w 324587"/>
              <a:gd name="connsiteY7" fmla="*/ 180048 h 227909"/>
              <a:gd name="connisteX8" fmla="*/ 0 w 324587"/>
              <a:gd name="connsiteY8" fmla="*/ 47860 h 22790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324588" h="227909">
                <a:moveTo>
                  <a:pt x="0" y="47861"/>
                </a:moveTo>
                <a:cubicBezTo>
                  <a:pt x="0" y="21428"/>
                  <a:pt x="21072" y="0"/>
                  <a:pt x="47065" y="0"/>
                </a:cubicBezTo>
                <a:lnTo>
                  <a:pt x="277523" y="0"/>
                </a:lnTo>
                <a:cubicBezTo>
                  <a:pt x="303516" y="0"/>
                  <a:pt x="324588" y="21428"/>
                  <a:pt x="324588" y="47861"/>
                </a:cubicBezTo>
                <a:lnTo>
                  <a:pt x="324588" y="180048"/>
                </a:lnTo>
                <a:cubicBezTo>
                  <a:pt x="324588" y="206481"/>
                  <a:pt x="303516" y="227909"/>
                  <a:pt x="277523" y="227909"/>
                </a:cubicBezTo>
                <a:lnTo>
                  <a:pt x="47065" y="227909"/>
                </a:lnTo>
                <a:cubicBezTo>
                  <a:pt x="21072" y="227909"/>
                  <a:pt x="0" y="206481"/>
                  <a:pt x="0" y="180048"/>
                </a:cubicBezTo>
                <a:lnTo>
                  <a:pt x="0" y="47861"/>
                </a:lnTo>
                <a:close/>
              </a:path>
            </a:pathLst>
          </a:custGeom>
          <a:solidFill>
            <a:srgbClr val="EAF7FC"/>
          </a:solidFill>
          <a:ln w="6906" cap="flat">
            <a:solidFill>
              <a:srgbClr val="418C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42" name="任意多边形 141"/>
          <p:cNvSpPr/>
          <p:nvPr/>
        </p:nvSpPr>
        <p:spPr>
          <a:xfrm>
            <a:off x="6579235" y="2245360"/>
            <a:ext cx="787400" cy="358775"/>
          </a:xfrm>
          <a:custGeom>
            <a:avLst/>
            <a:gdLst>
              <a:gd name="connisteX0" fmla="*/ 0 w 787298"/>
              <a:gd name="connsiteY0" fmla="*/ 0 h 359129"/>
              <a:gd name="connisteX1" fmla="*/ 787298 w 787298"/>
              <a:gd name="connsiteY1" fmla="*/ 0 h 359129"/>
              <a:gd name="connisteX2" fmla="*/ 787298 w 787298"/>
              <a:gd name="connsiteY2" fmla="*/ 359129 h 359129"/>
              <a:gd name="connisteX3" fmla="*/ 0 w 787298"/>
              <a:gd name="connsiteY3" fmla="*/ 359129 h 359129"/>
              <a:gd name="connisteX4" fmla="*/ 0 w 787298"/>
              <a:gd name="connsiteY4" fmla="*/ 0 h 35912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87298" h="359130">
                <a:moveTo>
                  <a:pt x="0" y="0"/>
                </a:moveTo>
                <a:lnTo>
                  <a:pt x="787298" y="0"/>
                </a:lnTo>
                <a:lnTo>
                  <a:pt x="787298" y="359130"/>
                </a:lnTo>
                <a:lnTo>
                  <a:pt x="0" y="35913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46" name="任意多边形 145"/>
          <p:cNvSpPr/>
          <p:nvPr/>
        </p:nvSpPr>
        <p:spPr>
          <a:xfrm>
            <a:off x="6593205" y="3246755"/>
            <a:ext cx="344805" cy="158750"/>
          </a:xfrm>
          <a:custGeom>
            <a:avLst/>
            <a:gdLst>
              <a:gd name="connisteX0" fmla="*/ 0 w 345306"/>
              <a:gd name="connsiteY0" fmla="*/ 0 h 158845"/>
              <a:gd name="connisteX1" fmla="*/ 345306 w 345306"/>
              <a:gd name="connsiteY1" fmla="*/ 0 h 158845"/>
              <a:gd name="connisteX2" fmla="*/ 345306 w 345306"/>
              <a:gd name="connsiteY2" fmla="*/ 158845 h 158845"/>
              <a:gd name="connisteX3" fmla="*/ 0 w 345306"/>
              <a:gd name="connsiteY3" fmla="*/ 158845 h 158845"/>
              <a:gd name="connisteX4" fmla="*/ 0 w 345306"/>
              <a:gd name="connsiteY4" fmla="*/ 0 h 1588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45306" h="158846">
                <a:moveTo>
                  <a:pt x="0" y="0"/>
                </a:moveTo>
                <a:lnTo>
                  <a:pt x="345306" y="0"/>
                </a:lnTo>
                <a:lnTo>
                  <a:pt x="345306" y="158846"/>
                </a:lnTo>
                <a:lnTo>
                  <a:pt x="0" y="158846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49" name="任意多边形 148"/>
          <p:cNvSpPr/>
          <p:nvPr/>
        </p:nvSpPr>
        <p:spPr>
          <a:xfrm>
            <a:off x="6951980" y="3246755"/>
            <a:ext cx="345440" cy="158750"/>
          </a:xfrm>
          <a:custGeom>
            <a:avLst/>
            <a:gdLst>
              <a:gd name="connisteX0" fmla="*/ 0 w 345306"/>
              <a:gd name="connsiteY0" fmla="*/ 0 h 158845"/>
              <a:gd name="connisteX1" fmla="*/ 345306 w 345306"/>
              <a:gd name="connsiteY1" fmla="*/ 0 h 158845"/>
              <a:gd name="connisteX2" fmla="*/ 345306 w 345306"/>
              <a:gd name="connsiteY2" fmla="*/ 158845 h 158845"/>
              <a:gd name="connisteX3" fmla="*/ 0 w 345306"/>
              <a:gd name="connsiteY3" fmla="*/ 158845 h 158845"/>
              <a:gd name="connisteX4" fmla="*/ 0 w 345306"/>
              <a:gd name="connsiteY4" fmla="*/ 0 h 1588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45306" h="158846">
                <a:moveTo>
                  <a:pt x="0" y="0"/>
                </a:moveTo>
                <a:lnTo>
                  <a:pt x="345306" y="0"/>
                </a:lnTo>
                <a:lnTo>
                  <a:pt x="345306" y="158846"/>
                </a:lnTo>
                <a:lnTo>
                  <a:pt x="0" y="158846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52" name="任意多边形 151"/>
          <p:cNvSpPr/>
          <p:nvPr/>
        </p:nvSpPr>
        <p:spPr>
          <a:xfrm>
            <a:off x="7290435" y="3246755"/>
            <a:ext cx="345440" cy="158750"/>
          </a:xfrm>
          <a:custGeom>
            <a:avLst/>
            <a:gdLst>
              <a:gd name="connisteX0" fmla="*/ 0 w 345306"/>
              <a:gd name="connsiteY0" fmla="*/ 0 h 158845"/>
              <a:gd name="connisteX1" fmla="*/ 345306 w 345306"/>
              <a:gd name="connsiteY1" fmla="*/ 0 h 158845"/>
              <a:gd name="connisteX2" fmla="*/ 345306 w 345306"/>
              <a:gd name="connsiteY2" fmla="*/ 158845 h 158845"/>
              <a:gd name="connisteX3" fmla="*/ 0 w 345306"/>
              <a:gd name="connsiteY3" fmla="*/ 158845 h 158845"/>
              <a:gd name="connisteX4" fmla="*/ 0 w 345306"/>
              <a:gd name="connsiteY4" fmla="*/ 0 h 1588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45306" h="158846">
                <a:moveTo>
                  <a:pt x="0" y="0"/>
                </a:moveTo>
                <a:lnTo>
                  <a:pt x="345306" y="0"/>
                </a:lnTo>
                <a:lnTo>
                  <a:pt x="345306" y="158846"/>
                </a:lnTo>
                <a:lnTo>
                  <a:pt x="0" y="158846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55" name="任意多边形 154"/>
          <p:cNvSpPr/>
          <p:nvPr/>
        </p:nvSpPr>
        <p:spPr>
          <a:xfrm>
            <a:off x="7369810" y="2538730"/>
            <a:ext cx="746125" cy="655955"/>
          </a:xfrm>
          <a:custGeom>
            <a:avLst/>
            <a:gdLst>
              <a:gd name="connisteX0" fmla="*/ 0 w 745861"/>
              <a:gd name="connsiteY0" fmla="*/ 0 h 656102"/>
              <a:gd name="connisteX1" fmla="*/ 745861 w 745861"/>
              <a:gd name="connsiteY1" fmla="*/ 186471 h 656102"/>
              <a:gd name="connisteX2" fmla="*/ 745861 w 745861"/>
              <a:gd name="connsiteY2" fmla="*/ 455818 h 656102"/>
              <a:gd name="connisteX3" fmla="*/ 0 w 745861"/>
              <a:gd name="connsiteY3" fmla="*/ 656102 h 656102"/>
              <a:gd name="connisteX4" fmla="*/ 0 w 745861"/>
              <a:gd name="connsiteY4" fmla="*/ 0 h 6561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45862" h="656103">
                <a:moveTo>
                  <a:pt x="0" y="0"/>
                </a:moveTo>
                <a:lnTo>
                  <a:pt x="745862" y="186471"/>
                </a:lnTo>
                <a:lnTo>
                  <a:pt x="745862" y="455819"/>
                </a:lnTo>
                <a:lnTo>
                  <a:pt x="0" y="656103"/>
                </a:lnTo>
                <a:lnTo>
                  <a:pt x="0" y="0"/>
                </a:lnTo>
                <a:close/>
              </a:path>
            </a:pathLst>
          </a:custGeom>
          <a:solidFill>
            <a:srgbClr val="8CE5F6"/>
          </a:solidFill>
          <a:ln w="9669" cap="flat">
            <a:solidFill>
              <a:srgbClr val="009DD6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56" name="任意多边形 155"/>
          <p:cNvSpPr/>
          <p:nvPr/>
        </p:nvSpPr>
        <p:spPr>
          <a:xfrm>
            <a:off x="7400925" y="2687320"/>
            <a:ext cx="662940" cy="358775"/>
          </a:xfrm>
          <a:custGeom>
            <a:avLst/>
            <a:gdLst>
              <a:gd name="connisteX0" fmla="*/ 0 w 662988"/>
              <a:gd name="connsiteY0" fmla="*/ 0 h 359129"/>
              <a:gd name="connisteX1" fmla="*/ 662988 w 662988"/>
              <a:gd name="connsiteY1" fmla="*/ 0 h 359129"/>
              <a:gd name="connisteX2" fmla="*/ 662988 w 662988"/>
              <a:gd name="connsiteY2" fmla="*/ 359129 h 359129"/>
              <a:gd name="connisteX3" fmla="*/ 0 w 662988"/>
              <a:gd name="connsiteY3" fmla="*/ 359129 h 359129"/>
              <a:gd name="connisteX4" fmla="*/ 0 w 662988"/>
              <a:gd name="connsiteY4" fmla="*/ 0 h 35912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662988" h="359130">
                <a:moveTo>
                  <a:pt x="0" y="0"/>
                </a:moveTo>
                <a:lnTo>
                  <a:pt x="662988" y="0"/>
                </a:lnTo>
                <a:lnTo>
                  <a:pt x="662988" y="359130"/>
                </a:lnTo>
                <a:lnTo>
                  <a:pt x="0" y="35913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93940" y="2697480"/>
            <a:ext cx="676910" cy="38163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159" name="任意多边形 158"/>
          <p:cNvSpPr/>
          <p:nvPr/>
        </p:nvSpPr>
        <p:spPr>
          <a:xfrm>
            <a:off x="8112125" y="1492250"/>
            <a:ext cx="81280" cy="259080"/>
          </a:xfrm>
          <a:custGeom>
            <a:avLst/>
            <a:gdLst>
              <a:gd name="connisteX0" fmla="*/ 0 w 82873"/>
              <a:gd name="connsiteY0" fmla="*/ 0 h 212439"/>
              <a:gd name="connisteX1" fmla="*/ 82873 w 82873"/>
              <a:gd name="connsiteY1" fmla="*/ 0 h 212439"/>
              <a:gd name="connisteX2" fmla="*/ 82873 w 82873"/>
              <a:gd name="connsiteY2" fmla="*/ 212439 h 21243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82874" h="212439">
                <a:moveTo>
                  <a:pt x="0" y="0"/>
                </a:moveTo>
                <a:lnTo>
                  <a:pt x="82874" y="0"/>
                </a:lnTo>
                <a:lnTo>
                  <a:pt x="82874" y="212439"/>
                </a:lnTo>
              </a:path>
            </a:pathLst>
          </a:custGeom>
          <a:noFill/>
          <a:ln w="25400" cap="flat">
            <a:solidFill>
              <a:srgbClr val="5997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0" name="任意多边形 159"/>
          <p:cNvSpPr/>
          <p:nvPr/>
        </p:nvSpPr>
        <p:spPr>
          <a:xfrm>
            <a:off x="8167370" y="1739265"/>
            <a:ext cx="55245" cy="55245"/>
          </a:xfrm>
          <a:custGeom>
            <a:avLst/>
            <a:gdLst>
              <a:gd name="connisteX0" fmla="*/ 27624 w 55249"/>
              <a:gd name="connsiteY0" fmla="*/ 55250 h 55250"/>
              <a:gd name="connisteX1" fmla="*/ 0 w 55249"/>
              <a:gd name="connsiteY1" fmla="*/ 0 h 55250"/>
              <a:gd name="connisteX2" fmla="*/ 55249 w 55249"/>
              <a:gd name="connsiteY2" fmla="*/ 0 h 55250"/>
              <a:gd name="connisteX3" fmla="*/ 27624 w 55249"/>
              <a:gd name="connsiteY3" fmla="*/ 55250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27625" y="55251"/>
                </a:moveTo>
                <a:lnTo>
                  <a:pt x="0" y="0"/>
                </a:lnTo>
                <a:lnTo>
                  <a:pt x="55249" y="0"/>
                </a:lnTo>
                <a:lnTo>
                  <a:pt x="27625" y="55251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2" name="任意多边形 161"/>
          <p:cNvSpPr/>
          <p:nvPr/>
        </p:nvSpPr>
        <p:spPr>
          <a:xfrm>
            <a:off x="8112125" y="2608580"/>
            <a:ext cx="81280" cy="264795"/>
          </a:xfrm>
          <a:custGeom>
            <a:avLst/>
            <a:gdLst>
              <a:gd name="connisteX0" fmla="*/ 0 w 82873"/>
              <a:gd name="connsiteY0" fmla="*/ 212439 h 212439"/>
              <a:gd name="connisteX1" fmla="*/ 82873 w 82873"/>
              <a:gd name="connsiteY1" fmla="*/ 212439 h 212439"/>
              <a:gd name="connisteX2" fmla="*/ 82873 w 82873"/>
              <a:gd name="connsiteY2" fmla="*/ 0 h 21243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82874" h="212439">
                <a:moveTo>
                  <a:pt x="0" y="212439"/>
                </a:moveTo>
                <a:lnTo>
                  <a:pt x="82874" y="212439"/>
                </a:lnTo>
                <a:lnTo>
                  <a:pt x="82874" y="0"/>
                </a:lnTo>
              </a:path>
            </a:pathLst>
          </a:custGeom>
          <a:noFill/>
          <a:ln w="25400" cap="flat">
            <a:solidFill>
              <a:srgbClr val="5997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3" name="任意多边形 162"/>
          <p:cNvSpPr/>
          <p:nvPr/>
        </p:nvSpPr>
        <p:spPr>
          <a:xfrm>
            <a:off x="8167370" y="2575560"/>
            <a:ext cx="55245" cy="55245"/>
          </a:xfrm>
          <a:custGeom>
            <a:avLst/>
            <a:gdLst>
              <a:gd name="connisteX0" fmla="*/ 27624 w 55249"/>
              <a:gd name="connsiteY0" fmla="*/ 0 h 55250"/>
              <a:gd name="connisteX1" fmla="*/ 55249 w 55249"/>
              <a:gd name="connsiteY1" fmla="*/ 55250 h 55250"/>
              <a:gd name="connisteX2" fmla="*/ 0 w 55249"/>
              <a:gd name="connsiteY2" fmla="*/ 55250 h 55250"/>
              <a:gd name="connisteX3" fmla="*/ 27624 w 55249"/>
              <a:gd name="connsiteY3" fmla="*/ 0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27625" y="0"/>
                </a:moveTo>
                <a:lnTo>
                  <a:pt x="55249" y="55251"/>
                </a:lnTo>
                <a:lnTo>
                  <a:pt x="0" y="55251"/>
                </a:lnTo>
                <a:lnTo>
                  <a:pt x="27625" y="0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5" name="任意多边形 164"/>
          <p:cNvSpPr/>
          <p:nvPr/>
        </p:nvSpPr>
        <p:spPr>
          <a:xfrm>
            <a:off x="8108950" y="1806575"/>
            <a:ext cx="197485" cy="759460"/>
          </a:xfrm>
          <a:custGeom>
            <a:avLst/>
            <a:gdLst>
              <a:gd name="connisteX0" fmla="*/ 0 w 138122"/>
              <a:gd name="connsiteY0" fmla="*/ 60775 h 759697"/>
              <a:gd name="connisteX1" fmla="*/ 62155 w 138122"/>
              <a:gd name="connsiteY1" fmla="*/ 0 h 759697"/>
              <a:gd name="connisteX2" fmla="*/ 75967 w 138122"/>
              <a:gd name="connsiteY2" fmla="*/ 0 h 759697"/>
              <a:gd name="connisteX3" fmla="*/ 138122 w 138122"/>
              <a:gd name="connsiteY3" fmla="*/ 60775 h 759697"/>
              <a:gd name="connisteX4" fmla="*/ 138122 w 138122"/>
              <a:gd name="connsiteY4" fmla="*/ 698922 h 759697"/>
              <a:gd name="connisteX5" fmla="*/ 75967 w 138122"/>
              <a:gd name="connsiteY5" fmla="*/ 759697 h 759697"/>
              <a:gd name="connisteX6" fmla="*/ 62155 w 138122"/>
              <a:gd name="connsiteY6" fmla="*/ 759697 h 759697"/>
              <a:gd name="connisteX7" fmla="*/ 0 w 138122"/>
              <a:gd name="connsiteY7" fmla="*/ 698922 h 759697"/>
              <a:gd name="connisteX8" fmla="*/ 0 w 138122"/>
              <a:gd name="connsiteY8" fmla="*/ 60775 h 7596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38123" h="759698">
                <a:moveTo>
                  <a:pt x="0" y="60776"/>
                </a:moveTo>
                <a:cubicBezTo>
                  <a:pt x="0" y="27210"/>
                  <a:pt x="27828" y="0"/>
                  <a:pt x="62155" y="0"/>
                </a:cubicBezTo>
                <a:lnTo>
                  <a:pt x="75967" y="0"/>
                </a:lnTo>
                <a:cubicBezTo>
                  <a:pt x="110295" y="0"/>
                  <a:pt x="138123" y="27210"/>
                  <a:pt x="138123" y="60776"/>
                </a:cubicBezTo>
                <a:lnTo>
                  <a:pt x="138123" y="698922"/>
                </a:lnTo>
                <a:cubicBezTo>
                  <a:pt x="138123" y="732488"/>
                  <a:pt x="110295" y="759698"/>
                  <a:pt x="75967" y="759698"/>
                </a:cubicBezTo>
                <a:lnTo>
                  <a:pt x="62155" y="759698"/>
                </a:lnTo>
                <a:cubicBezTo>
                  <a:pt x="27828" y="759698"/>
                  <a:pt x="0" y="732488"/>
                  <a:pt x="0" y="698922"/>
                </a:cubicBezTo>
                <a:lnTo>
                  <a:pt x="0" y="60776"/>
                </a:lnTo>
                <a:close/>
              </a:path>
            </a:pathLst>
          </a:custGeom>
          <a:solidFill>
            <a:srgbClr val="DBED9E"/>
          </a:solidFill>
          <a:ln w="6906" cap="flat">
            <a:solidFill>
              <a:srgbClr val="9DAF32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6" name="任意多边形 165"/>
          <p:cNvSpPr/>
          <p:nvPr/>
        </p:nvSpPr>
        <p:spPr>
          <a:xfrm>
            <a:off x="8165465" y="1875790"/>
            <a:ext cx="76200" cy="82550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7" name="任意多边形 166"/>
          <p:cNvSpPr/>
          <p:nvPr/>
        </p:nvSpPr>
        <p:spPr>
          <a:xfrm>
            <a:off x="8165465" y="1965325"/>
            <a:ext cx="76200" cy="83185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8" name="任意多边形 167"/>
          <p:cNvSpPr/>
          <p:nvPr/>
        </p:nvSpPr>
        <p:spPr>
          <a:xfrm>
            <a:off x="8165465" y="2055495"/>
            <a:ext cx="76200" cy="82550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9" name="任意多边形 168"/>
          <p:cNvSpPr/>
          <p:nvPr/>
        </p:nvSpPr>
        <p:spPr>
          <a:xfrm>
            <a:off x="8165465" y="2145030"/>
            <a:ext cx="76200" cy="83185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70" name="任意多边形 169"/>
          <p:cNvSpPr/>
          <p:nvPr/>
        </p:nvSpPr>
        <p:spPr>
          <a:xfrm>
            <a:off x="8165465" y="2234565"/>
            <a:ext cx="76200" cy="83185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71" name="任意多边形 170"/>
          <p:cNvSpPr/>
          <p:nvPr/>
        </p:nvSpPr>
        <p:spPr>
          <a:xfrm>
            <a:off x="8165465" y="2324735"/>
            <a:ext cx="76200" cy="82550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72" name="任意多边形 171"/>
          <p:cNvSpPr/>
          <p:nvPr/>
        </p:nvSpPr>
        <p:spPr>
          <a:xfrm>
            <a:off x="8165465" y="2414270"/>
            <a:ext cx="76200" cy="83185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80" name="任意多边形 179"/>
          <p:cNvSpPr/>
          <p:nvPr/>
        </p:nvSpPr>
        <p:spPr>
          <a:xfrm>
            <a:off x="8740775" y="2148205"/>
            <a:ext cx="19050" cy="0"/>
          </a:xfrm>
          <a:custGeom>
            <a:avLst/>
            <a:gdLst>
              <a:gd name="connisteX0" fmla="*/ 0 w 19060"/>
              <a:gd name="connsiteY0" fmla="*/ 0 h 0"/>
              <a:gd name="connisteX1" fmla="*/ 19060 w 19060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9061">
                <a:moveTo>
                  <a:pt x="0" y="0"/>
                </a:moveTo>
                <a:lnTo>
                  <a:pt x="19061" y="0"/>
                </a:lnTo>
              </a:path>
            </a:pathLst>
          </a:custGeom>
          <a:noFill/>
          <a:ln w="13812" cap="flat">
            <a:solidFill>
              <a:srgbClr val="5997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81" name="任意多边形 180"/>
          <p:cNvSpPr/>
          <p:nvPr/>
        </p:nvSpPr>
        <p:spPr>
          <a:xfrm>
            <a:off x="8759825" y="2120900"/>
            <a:ext cx="55245" cy="55245"/>
          </a:xfrm>
          <a:custGeom>
            <a:avLst/>
            <a:gdLst>
              <a:gd name="connisteX0" fmla="*/ 55249 w 55249"/>
              <a:gd name="connsiteY0" fmla="*/ 27625 h 55250"/>
              <a:gd name="connisteX1" fmla="*/ 0 w 55249"/>
              <a:gd name="connsiteY1" fmla="*/ 55250 h 55250"/>
              <a:gd name="connisteX2" fmla="*/ 0 w 55249"/>
              <a:gd name="connsiteY2" fmla="*/ 0 h 55250"/>
              <a:gd name="connisteX3" fmla="*/ 55249 w 55249"/>
              <a:gd name="connsiteY3" fmla="*/ 27625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55249" y="27625"/>
                </a:moveTo>
                <a:lnTo>
                  <a:pt x="0" y="55251"/>
                </a:lnTo>
                <a:lnTo>
                  <a:pt x="0" y="0"/>
                </a:lnTo>
                <a:lnTo>
                  <a:pt x="55249" y="27625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83" name="任意多边形 182"/>
          <p:cNvSpPr/>
          <p:nvPr/>
        </p:nvSpPr>
        <p:spPr>
          <a:xfrm>
            <a:off x="8764905" y="888365"/>
            <a:ext cx="1236345" cy="497205"/>
          </a:xfrm>
          <a:custGeom>
            <a:avLst/>
            <a:gdLst>
              <a:gd name="connisteX0" fmla="*/ 0 w 1236196"/>
              <a:gd name="connsiteY0" fmla="*/ 67129 h 497256"/>
              <a:gd name="connisteX1" fmla="*/ 67990 w 1236196"/>
              <a:gd name="connsiteY1" fmla="*/ 0 h 497256"/>
              <a:gd name="connisteX2" fmla="*/ 1168205 w 1236196"/>
              <a:gd name="connsiteY2" fmla="*/ 0 h 497256"/>
              <a:gd name="connisteX3" fmla="*/ 1236196 w 1236196"/>
              <a:gd name="connsiteY3" fmla="*/ 67129 h 497256"/>
              <a:gd name="connisteX4" fmla="*/ 1236196 w 1236196"/>
              <a:gd name="connsiteY4" fmla="*/ 430127 h 497256"/>
              <a:gd name="connisteX5" fmla="*/ 1168205 w 1236196"/>
              <a:gd name="connsiteY5" fmla="*/ 497256 h 497256"/>
              <a:gd name="connisteX6" fmla="*/ 67990 w 1236196"/>
              <a:gd name="connsiteY6" fmla="*/ 497256 h 497256"/>
              <a:gd name="connisteX7" fmla="*/ 0 w 1236196"/>
              <a:gd name="connsiteY7" fmla="*/ 430127 h 497256"/>
              <a:gd name="connisteX8" fmla="*/ 0 w 1236196"/>
              <a:gd name="connsiteY8" fmla="*/ 67129 h 49725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236196" h="497257">
                <a:moveTo>
                  <a:pt x="0" y="67130"/>
                </a:moveTo>
                <a:cubicBezTo>
                  <a:pt x="0" y="30055"/>
                  <a:pt x="30441" y="0"/>
                  <a:pt x="67991" y="0"/>
                </a:cubicBezTo>
                <a:lnTo>
                  <a:pt x="1168206" y="0"/>
                </a:lnTo>
                <a:cubicBezTo>
                  <a:pt x="1205756" y="0"/>
                  <a:pt x="1236196" y="30055"/>
                  <a:pt x="1236196" y="67130"/>
                </a:cubicBezTo>
                <a:lnTo>
                  <a:pt x="1236196" y="430127"/>
                </a:lnTo>
                <a:cubicBezTo>
                  <a:pt x="1236196" y="467202"/>
                  <a:pt x="1205756" y="497257"/>
                  <a:pt x="1168206" y="497257"/>
                </a:cubicBezTo>
                <a:lnTo>
                  <a:pt x="67991" y="497257"/>
                </a:lnTo>
                <a:cubicBezTo>
                  <a:pt x="30441" y="497257"/>
                  <a:pt x="0" y="467202"/>
                  <a:pt x="0" y="430127"/>
                </a:cubicBezTo>
                <a:lnTo>
                  <a:pt x="0" y="67130"/>
                </a:lnTo>
                <a:close/>
              </a:path>
            </a:pathLst>
          </a:custGeom>
          <a:solidFill>
            <a:srgbClr val="F6FAFF"/>
          </a:solidFill>
          <a:ln w="8287" cap="flat">
            <a:solidFill>
              <a:srgbClr val="425A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84" name="任意多边形 183"/>
          <p:cNvSpPr/>
          <p:nvPr/>
        </p:nvSpPr>
        <p:spPr>
          <a:xfrm>
            <a:off x="8803005" y="898525"/>
            <a:ext cx="1167130" cy="248285"/>
          </a:xfrm>
          <a:custGeom>
            <a:avLst/>
            <a:gdLst>
              <a:gd name="connisteX0" fmla="*/ 0 w 1167135"/>
              <a:gd name="connsiteY0" fmla="*/ 0 h 248628"/>
              <a:gd name="connisteX1" fmla="*/ 1167135 w 1167135"/>
              <a:gd name="connsiteY1" fmla="*/ 0 h 248628"/>
              <a:gd name="connisteX2" fmla="*/ 1167135 w 1167135"/>
              <a:gd name="connsiteY2" fmla="*/ 248628 h 248628"/>
              <a:gd name="connisteX3" fmla="*/ 0 w 1167135"/>
              <a:gd name="connsiteY3" fmla="*/ 248628 h 248628"/>
              <a:gd name="connisteX4" fmla="*/ 0 w 1167135"/>
              <a:gd name="connsiteY4" fmla="*/ 0 h 24862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167135" h="248628">
                <a:moveTo>
                  <a:pt x="0" y="0"/>
                </a:moveTo>
                <a:lnTo>
                  <a:pt x="1167135" y="0"/>
                </a:lnTo>
                <a:lnTo>
                  <a:pt x="1167135" y="248628"/>
                </a:lnTo>
                <a:lnTo>
                  <a:pt x="0" y="248628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185" name="图片 18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96020" y="894715"/>
            <a:ext cx="1181100" cy="29019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pic>
        <p:nvPicPr>
          <p:cNvPr id="187" name="图片 18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23960" y="1167765"/>
            <a:ext cx="1118235" cy="17970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188" name="任意多边形 187"/>
          <p:cNvSpPr/>
          <p:nvPr/>
        </p:nvSpPr>
        <p:spPr>
          <a:xfrm>
            <a:off x="10077450" y="888365"/>
            <a:ext cx="1180465" cy="497205"/>
          </a:xfrm>
          <a:custGeom>
            <a:avLst/>
            <a:gdLst>
              <a:gd name="connisteX0" fmla="*/ 0 w 1180947"/>
              <a:gd name="connsiteY0" fmla="*/ 67129 h 497256"/>
              <a:gd name="connisteX1" fmla="*/ 64952 w 1180947"/>
              <a:gd name="connsiteY1" fmla="*/ 0 h 497256"/>
              <a:gd name="connisteX2" fmla="*/ 1115995 w 1180947"/>
              <a:gd name="connsiteY2" fmla="*/ 0 h 497256"/>
              <a:gd name="connisteX3" fmla="*/ 1180947 w 1180947"/>
              <a:gd name="connsiteY3" fmla="*/ 67129 h 497256"/>
              <a:gd name="connisteX4" fmla="*/ 1180947 w 1180947"/>
              <a:gd name="connsiteY4" fmla="*/ 430127 h 497256"/>
              <a:gd name="connisteX5" fmla="*/ 1115995 w 1180947"/>
              <a:gd name="connsiteY5" fmla="*/ 497256 h 497256"/>
              <a:gd name="connisteX6" fmla="*/ 64952 w 1180947"/>
              <a:gd name="connsiteY6" fmla="*/ 497256 h 497256"/>
              <a:gd name="connisteX7" fmla="*/ 0 w 1180947"/>
              <a:gd name="connsiteY7" fmla="*/ 430127 h 497256"/>
              <a:gd name="connisteX8" fmla="*/ 0 w 1180947"/>
              <a:gd name="connsiteY8" fmla="*/ 67129 h 49725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80947" h="497257">
                <a:moveTo>
                  <a:pt x="0" y="67130"/>
                </a:moveTo>
                <a:cubicBezTo>
                  <a:pt x="0" y="30055"/>
                  <a:pt x="29080" y="0"/>
                  <a:pt x="64952" y="0"/>
                </a:cubicBezTo>
                <a:lnTo>
                  <a:pt x="1115995" y="0"/>
                </a:lnTo>
                <a:cubicBezTo>
                  <a:pt x="1151867" y="0"/>
                  <a:pt x="1180947" y="30055"/>
                  <a:pt x="1180947" y="67130"/>
                </a:cubicBezTo>
                <a:lnTo>
                  <a:pt x="1180947" y="430127"/>
                </a:lnTo>
                <a:cubicBezTo>
                  <a:pt x="1180947" y="467202"/>
                  <a:pt x="1151867" y="497257"/>
                  <a:pt x="1115995" y="497257"/>
                </a:cubicBezTo>
                <a:lnTo>
                  <a:pt x="64952" y="497257"/>
                </a:lnTo>
                <a:cubicBezTo>
                  <a:pt x="29080" y="497257"/>
                  <a:pt x="0" y="467202"/>
                  <a:pt x="0" y="430127"/>
                </a:cubicBezTo>
                <a:lnTo>
                  <a:pt x="0" y="67130"/>
                </a:lnTo>
                <a:close/>
              </a:path>
            </a:pathLst>
          </a:custGeom>
          <a:solidFill>
            <a:srgbClr val="FFF6E6"/>
          </a:solidFill>
          <a:ln w="6906" cap="flat">
            <a:solidFill>
              <a:srgbClr val="D27C15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89" name="任意多边形 188"/>
          <p:cNvSpPr/>
          <p:nvPr/>
        </p:nvSpPr>
        <p:spPr>
          <a:xfrm>
            <a:off x="10114915" y="946785"/>
            <a:ext cx="1098550" cy="179705"/>
          </a:xfrm>
          <a:custGeom>
            <a:avLst/>
            <a:gdLst>
              <a:gd name="connisteX0" fmla="*/ 0 w 1098073"/>
              <a:gd name="connsiteY0" fmla="*/ 0 h 179564"/>
              <a:gd name="connisteX1" fmla="*/ 1098073 w 1098073"/>
              <a:gd name="connsiteY1" fmla="*/ 0 h 179564"/>
              <a:gd name="connisteX2" fmla="*/ 1098073 w 1098073"/>
              <a:gd name="connsiteY2" fmla="*/ 179564 h 179564"/>
              <a:gd name="connisteX3" fmla="*/ 0 w 1098073"/>
              <a:gd name="connsiteY3" fmla="*/ 179564 h 179564"/>
              <a:gd name="connisteX4" fmla="*/ 0 w 1098073"/>
              <a:gd name="connsiteY4" fmla="*/ 0 h 17956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098074" h="179565">
                <a:moveTo>
                  <a:pt x="0" y="0"/>
                </a:moveTo>
                <a:lnTo>
                  <a:pt x="1098074" y="0"/>
                </a:lnTo>
                <a:lnTo>
                  <a:pt x="1098074" y="179565"/>
                </a:lnTo>
                <a:lnTo>
                  <a:pt x="0" y="179565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190" name="图片 18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107930" y="963930"/>
            <a:ext cx="1111885" cy="182880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192" name="任意多边形 191"/>
          <p:cNvSpPr/>
          <p:nvPr/>
        </p:nvSpPr>
        <p:spPr>
          <a:xfrm>
            <a:off x="10114915" y="1146810"/>
            <a:ext cx="276225" cy="165735"/>
          </a:xfrm>
          <a:custGeom>
            <a:avLst/>
            <a:gdLst>
              <a:gd name="connisteX0" fmla="*/ 0 w 276245"/>
              <a:gd name="connsiteY0" fmla="*/ 0 h 165752"/>
              <a:gd name="connisteX1" fmla="*/ 276245 w 276245"/>
              <a:gd name="connsiteY1" fmla="*/ 0 h 165752"/>
              <a:gd name="connisteX2" fmla="*/ 276245 w 276245"/>
              <a:gd name="connsiteY2" fmla="*/ 165752 h 165752"/>
              <a:gd name="connisteX3" fmla="*/ 0 w 276245"/>
              <a:gd name="connsiteY3" fmla="*/ 165752 h 165752"/>
              <a:gd name="connisteX4" fmla="*/ 0 w 276245"/>
              <a:gd name="connsiteY4" fmla="*/ 0 h 16575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76245" h="165752">
                <a:moveTo>
                  <a:pt x="0" y="0"/>
                </a:moveTo>
                <a:lnTo>
                  <a:pt x="276245" y="0"/>
                </a:lnTo>
                <a:lnTo>
                  <a:pt x="276245" y="165752"/>
                </a:lnTo>
                <a:lnTo>
                  <a:pt x="0" y="165752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95" name="任意多边形 194"/>
          <p:cNvSpPr/>
          <p:nvPr/>
        </p:nvSpPr>
        <p:spPr>
          <a:xfrm>
            <a:off x="10370820" y="1174750"/>
            <a:ext cx="835660" cy="165735"/>
          </a:xfrm>
          <a:custGeom>
            <a:avLst/>
            <a:gdLst>
              <a:gd name="connisteX0" fmla="*/ 0 w 835641"/>
              <a:gd name="connsiteY0" fmla="*/ 0 h 165752"/>
              <a:gd name="connisteX1" fmla="*/ 835641 w 835641"/>
              <a:gd name="connsiteY1" fmla="*/ 0 h 165752"/>
              <a:gd name="connisteX2" fmla="*/ 835641 w 835641"/>
              <a:gd name="connsiteY2" fmla="*/ 165752 h 165752"/>
              <a:gd name="connisteX3" fmla="*/ 0 w 835641"/>
              <a:gd name="connsiteY3" fmla="*/ 165752 h 165752"/>
              <a:gd name="connisteX4" fmla="*/ 0 w 835641"/>
              <a:gd name="connsiteY4" fmla="*/ 0 h 16575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835641" h="165752">
                <a:moveTo>
                  <a:pt x="0" y="0"/>
                </a:moveTo>
                <a:lnTo>
                  <a:pt x="835641" y="0"/>
                </a:lnTo>
                <a:lnTo>
                  <a:pt x="835641" y="165752"/>
                </a:lnTo>
                <a:lnTo>
                  <a:pt x="0" y="165752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98" name="任意多边形 197"/>
          <p:cNvSpPr/>
          <p:nvPr/>
        </p:nvSpPr>
        <p:spPr>
          <a:xfrm>
            <a:off x="9535160" y="1388745"/>
            <a:ext cx="0" cy="46990"/>
          </a:xfrm>
          <a:custGeom>
            <a:avLst/>
            <a:gdLst>
              <a:gd name="connisteX0" fmla="*/ 0 w 0"/>
              <a:gd name="connsiteY0" fmla="*/ 0 h 46686"/>
              <a:gd name="connisteX1" fmla="*/ 0 w 0"/>
              <a:gd name="connsiteY1" fmla="*/ 46686 h 4668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46687">
                <a:moveTo>
                  <a:pt x="0" y="0"/>
                </a:moveTo>
                <a:lnTo>
                  <a:pt x="0" y="46687"/>
                </a:lnTo>
              </a:path>
            </a:pathLst>
          </a:custGeom>
          <a:noFill/>
          <a:ln w="13812" cap="flat">
            <a:solidFill>
              <a:srgbClr val="5997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99" name="任意多边形 198"/>
          <p:cNvSpPr/>
          <p:nvPr/>
        </p:nvSpPr>
        <p:spPr>
          <a:xfrm>
            <a:off x="9507220" y="1435735"/>
            <a:ext cx="55245" cy="55245"/>
          </a:xfrm>
          <a:custGeom>
            <a:avLst/>
            <a:gdLst>
              <a:gd name="connisteX0" fmla="*/ 27624 w 55249"/>
              <a:gd name="connsiteY0" fmla="*/ 55250 h 55250"/>
              <a:gd name="connisteX1" fmla="*/ 0 w 55249"/>
              <a:gd name="connsiteY1" fmla="*/ 0 h 55250"/>
              <a:gd name="connisteX2" fmla="*/ 55249 w 55249"/>
              <a:gd name="connsiteY2" fmla="*/ 0 h 55250"/>
              <a:gd name="connisteX3" fmla="*/ 27624 w 55249"/>
              <a:gd name="connsiteY3" fmla="*/ 55250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27625" y="55251"/>
                </a:moveTo>
                <a:lnTo>
                  <a:pt x="0" y="0"/>
                </a:lnTo>
                <a:lnTo>
                  <a:pt x="55249" y="0"/>
                </a:lnTo>
                <a:lnTo>
                  <a:pt x="27625" y="55251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1" name="任意多边形 200"/>
          <p:cNvSpPr/>
          <p:nvPr/>
        </p:nvSpPr>
        <p:spPr>
          <a:xfrm>
            <a:off x="10605770" y="1395730"/>
            <a:ext cx="0" cy="40005"/>
          </a:xfrm>
          <a:custGeom>
            <a:avLst/>
            <a:gdLst>
              <a:gd name="connisteX0" fmla="*/ 0 w 0"/>
              <a:gd name="connsiteY0" fmla="*/ 0 h 39780"/>
              <a:gd name="connisteX1" fmla="*/ 0 w 0"/>
              <a:gd name="connsiteY1" fmla="*/ 39780 h 397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39781">
                <a:moveTo>
                  <a:pt x="0" y="0"/>
                </a:moveTo>
                <a:lnTo>
                  <a:pt x="0" y="39781"/>
                </a:lnTo>
              </a:path>
            </a:pathLst>
          </a:custGeom>
          <a:noFill/>
          <a:ln w="13812" cap="flat">
            <a:solidFill>
              <a:srgbClr val="5997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2" name="任意多边形 201"/>
          <p:cNvSpPr/>
          <p:nvPr/>
        </p:nvSpPr>
        <p:spPr>
          <a:xfrm>
            <a:off x="10577830" y="1435735"/>
            <a:ext cx="55245" cy="55245"/>
          </a:xfrm>
          <a:custGeom>
            <a:avLst/>
            <a:gdLst>
              <a:gd name="connisteX0" fmla="*/ 27624 w 55249"/>
              <a:gd name="connsiteY0" fmla="*/ 55250 h 55250"/>
              <a:gd name="connisteX1" fmla="*/ 0 w 55249"/>
              <a:gd name="connsiteY1" fmla="*/ 0 h 55250"/>
              <a:gd name="connisteX2" fmla="*/ 55249 w 55249"/>
              <a:gd name="connsiteY2" fmla="*/ 0 h 55250"/>
              <a:gd name="connisteX3" fmla="*/ 27624 w 55249"/>
              <a:gd name="connsiteY3" fmla="*/ 55250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27625" y="55251"/>
                </a:moveTo>
                <a:lnTo>
                  <a:pt x="0" y="0"/>
                </a:lnTo>
                <a:lnTo>
                  <a:pt x="55249" y="0"/>
                </a:lnTo>
                <a:lnTo>
                  <a:pt x="27625" y="55251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4" name="任意多边形 203"/>
          <p:cNvSpPr/>
          <p:nvPr/>
        </p:nvSpPr>
        <p:spPr>
          <a:xfrm>
            <a:off x="8816975" y="1527175"/>
            <a:ext cx="2437765" cy="1664335"/>
          </a:xfrm>
          <a:custGeom>
            <a:avLst/>
            <a:gdLst>
              <a:gd name="connisteX0" fmla="*/ 0 w 2437862"/>
              <a:gd name="connsiteY0" fmla="*/ 83221 h 1664429"/>
              <a:gd name="connisteX1" fmla="*/ 85325 w 2437862"/>
              <a:gd name="connsiteY1" fmla="*/ 0 h 1664429"/>
              <a:gd name="connisteX2" fmla="*/ 2352537 w 2437862"/>
              <a:gd name="connsiteY2" fmla="*/ 0 h 1664429"/>
              <a:gd name="connisteX3" fmla="*/ 2437862 w 2437862"/>
              <a:gd name="connsiteY3" fmla="*/ 83221 h 1664429"/>
              <a:gd name="connisteX4" fmla="*/ 2437862 w 2437862"/>
              <a:gd name="connsiteY4" fmla="*/ 1581207 h 1664429"/>
              <a:gd name="connisteX5" fmla="*/ 2352537 w 2437862"/>
              <a:gd name="connsiteY5" fmla="*/ 1664429 h 1664429"/>
              <a:gd name="connisteX6" fmla="*/ 85325 w 2437862"/>
              <a:gd name="connsiteY6" fmla="*/ 1664429 h 1664429"/>
              <a:gd name="connisteX7" fmla="*/ 0 w 2437862"/>
              <a:gd name="connsiteY7" fmla="*/ 1581207 h 1664429"/>
              <a:gd name="connisteX8" fmla="*/ 0 w 2437862"/>
              <a:gd name="connsiteY8" fmla="*/ 83221 h 166442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437862" h="1664429">
                <a:moveTo>
                  <a:pt x="0" y="83221"/>
                </a:moveTo>
                <a:cubicBezTo>
                  <a:pt x="0" y="37260"/>
                  <a:pt x="38201" y="0"/>
                  <a:pt x="85325" y="0"/>
                </a:cubicBezTo>
                <a:lnTo>
                  <a:pt x="2352537" y="0"/>
                </a:lnTo>
                <a:cubicBezTo>
                  <a:pt x="2399661" y="0"/>
                  <a:pt x="2437862" y="37260"/>
                  <a:pt x="2437862" y="83221"/>
                </a:cubicBezTo>
                <a:lnTo>
                  <a:pt x="2437862" y="1581208"/>
                </a:lnTo>
                <a:cubicBezTo>
                  <a:pt x="2437862" y="1627169"/>
                  <a:pt x="2399661" y="1664429"/>
                  <a:pt x="2352537" y="1664429"/>
                </a:cubicBezTo>
                <a:lnTo>
                  <a:pt x="85325" y="1664429"/>
                </a:lnTo>
                <a:cubicBezTo>
                  <a:pt x="38201" y="1664429"/>
                  <a:pt x="0" y="1627169"/>
                  <a:pt x="0" y="1581208"/>
                </a:cubicBezTo>
                <a:lnTo>
                  <a:pt x="0" y="83221"/>
                </a:lnTo>
                <a:close/>
              </a:path>
            </a:pathLst>
          </a:custGeom>
          <a:solidFill>
            <a:srgbClr val="FFFFFF"/>
          </a:solidFill>
          <a:ln w="10359" cap="flat">
            <a:solidFill>
              <a:srgbClr val="72768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5" name="任意多边形 204"/>
          <p:cNvSpPr/>
          <p:nvPr/>
        </p:nvSpPr>
        <p:spPr>
          <a:xfrm>
            <a:off x="8865235" y="1568450"/>
            <a:ext cx="2334260" cy="200025"/>
          </a:xfrm>
          <a:custGeom>
            <a:avLst/>
            <a:gdLst>
              <a:gd name="connisteX0" fmla="*/ 0 w 2334270"/>
              <a:gd name="connsiteY0" fmla="*/ 0 h 200283"/>
              <a:gd name="connisteX1" fmla="*/ 2334270 w 2334270"/>
              <a:gd name="connsiteY1" fmla="*/ 0 h 200283"/>
              <a:gd name="connisteX2" fmla="*/ 2334270 w 2334270"/>
              <a:gd name="connsiteY2" fmla="*/ 200283 h 200283"/>
              <a:gd name="connisteX3" fmla="*/ 0 w 2334270"/>
              <a:gd name="connsiteY3" fmla="*/ 200283 h 200283"/>
              <a:gd name="connisteX4" fmla="*/ 0 w 2334270"/>
              <a:gd name="connsiteY4" fmla="*/ 0 h 20028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334270" h="200284">
                <a:moveTo>
                  <a:pt x="0" y="0"/>
                </a:moveTo>
                <a:lnTo>
                  <a:pt x="2334270" y="0"/>
                </a:lnTo>
                <a:lnTo>
                  <a:pt x="2334270" y="200284"/>
                </a:lnTo>
                <a:lnTo>
                  <a:pt x="0" y="200284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06" name="图片 20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58250" y="1578610"/>
            <a:ext cx="2348230" cy="23304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17" name="任意多边形 216"/>
          <p:cNvSpPr/>
          <p:nvPr/>
        </p:nvSpPr>
        <p:spPr>
          <a:xfrm>
            <a:off x="9493885" y="1823720"/>
            <a:ext cx="1104900" cy="145415"/>
          </a:xfrm>
          <a:custGeom>
            <a:avLst/>
            <a:gdLst>
              <a:gd name="connisteX0" fmla="*/ 0 w 1104980"/>
              <a:gd name="connsiteY0" fmla="*/ 0 h 145033"/>
              <a:gd name="connisteX1" fmla="*/ 1104980 w 1104980"/>
              <a:gd name="connsiteY1" fmla="*/ 0 h 145033"/>
              <a:gd name="connisteX2" fmla="*/ 1104980 w 1104980"/>
              <a:gd name="connsiteY2" fmla="*/ 145033 h 145033"/>
              <a:gd name="connisteX3" fmla="*/ 0 w 1104980"/>
              <a:gd name="connsiteY3" fmla="*/ 145033 h 145033"/>
              <a:gd name="connisteX4" fmla="*/ 0 w 1104980"/>
              <a:gd name="connsiteY4" fmla="*/ 0 h 14503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104980" h="145033">
                <a:moveTo>
                  <a:pt x="0" y="0"/>
                </a:moveTo>
                <a:lnTo>
                  <a:pt x="1104980" y="0"/>
                </a:lnTo>
                <a:lnTo>
                  <a:pt x="1104980" y="145033"/>
                </a:lnTo>
                <a:lnTo>
                  <a:pt x="0" y="14503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18" name="图片 21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86900" y="1844675"/>
            <a:ext cx="1118870" cy="14160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58" name="任意多边形 257"/>
          <p:cNvSpPr/>
          <p:nvPr/>
        </p:nvSpPr>
        <p:spPr>
          <a:xfrm>
            <a:off x="8920480" y="2493645"/>
            <a:ext cx="427990" cy="186690"/>
          </a:xfrm>
          <a:custGeom>
            <a:avLst/>
            <a:gdLst>
              <a:gd name="connisteX0" fmla="*/ 0 w 428179"/>
              <a:gd name="connsiteY0" fmla="*/ 0 h 186471"/>
              <a:gd name="connisteX1" fmla="*/ 428179 w 428179"/>
              <a:gd name="connsiteY1" fmla="*/ 0 h 186471"/>
              <a:gd name="connisteX2" fmla="*/ 428179 w 428179"/>
              <a:gd name="connsiteY2" fmla="*/ 186471 h 186471"/>
              <a:gd name="connisteX3" fmla="*/ 0 w 428179"/>
              <a:gd name="connsiteY3" fmla="*/ 186471 h 186471"/>
              <a:gd name="connisteX4" fmla="*/ 0 w 428179"/>
              <a:gd name="connsiteY4" fmla="*/ 0 h 18647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28180" h="186471">
                <a:moveTo>
                  <a:pt x="0" y="0"/>
                </a:moveTo>
                <a:lnTo>
                  <a:pt x="428180" y="0"/>
                </a:lnTo>
                <a:lnTo>
                  <a:pt x="428180" y="186471"/>
                </a:lnTo>
                <a:lnTo>
                  <a:pt x="0" y="1864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59" name="图片 25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913495" y="2535555"/>
            <a:ext cx="441960" cy="140970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61" name="任意多边形 260"/>
          <p:cNvSpPr/>
          <p:nvPr/>
        </p:nvSpPr>
        <p:spPr>
          <a:xfrm>
            <a:off x="9838690" y="2493645"/>
            <a:ext cx="476885" cy="186690"/>
          </a:xfrm>
          <a:custGeom>
            <a:avLst/>
            <a:gdLst>
              <a:gd name="connisteX0" fmla="*/ 0 w 476522"/>
              <a:gd name="connsiteY0" fmla="*/ 0 h 186471"/>
              <a:gd name="connisteX1" fmla="*/ 476522 w 476522"/>
              <a:gd name="connsiteY1" fmla="*/ 0 h 186471"/>
              <a:gd name="connisteX2" fmla="*/ 476522 w 476522"/>
              <a:gd name="connsiteY2" fmla="*/ 186471 h 186471"/>
              <a:gd name="connisteX3" fmla="*/ 0 w 476522"/>
              <a:gd name="connsiteY3" fmla="*/ 186471 h 186471"/>
              <a:gd name="connisteX4" fmla="*/ 0 w 476522"/>
              <a:gd name="connsiteY4" fmla="*/ 0 h 18647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76523" h="186471">
                <a:moveTo>
                  <a:pt x="0" y="0"/>
                </a:moveTo>
                <a:lnTo>
                  <a:pt x="476523" y="0"/>
                </a:lnTo>
                <a:lnTo>
                  <a:pt x="476523" y="186471"/>
                </a:lnTo>
                <a:lnTo>
                  <a:pt x="0" y="1864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62" name="图片 26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831705" y="2535555"/>
            <a:ext cx="490855" cy="140970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64" name="任意多边形 263"/>
          <p:cNvSpPr/>
          <p:nvPr/>
        </p:nvSpPr>
        <p:spPr>
          <a:xfrm>
            <a:off x="10791825" y="2493645"/>
            <a:ext cx="448945" cy="186690"/>
          </a:xfrm>
          <a:custGeom>
            <a:avLst/>
            <a:gdLst>
              <a:gd name="connisteX0" fmla="*/ 0 w 448898"/>
              <a:gd name="connsiteY0" fmla="*/ 0 h 186471"/>
              <a:gd name="connisteX1" fmla="*/ 448898 w 448898"/>
              <a:gd name="connsiteY1" fmla="*/ 0 h 186471"/>
              <a:gd name="connisteX2" fmla="*/ 448898 w 448898"/>
              <a:gd name="connsiteY2" fmla="*/ 186471 h 186471"/>
              <a:gd name="connisteX3" fmla="*/ 0 w 448898"/>
              <a:gd name="connsiteY3" fmla="*/ 186471 h 186471"/>
              <a:gd name="connisteX4" fmla="*/ 0 w 448898"/>
              <a:gd name="connsiteY4" fmla="*/ 0 h 18647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48898" h="186471">
                <a:moveTo>
                  <a:pt x="0" y="0"/>
                </a:moveTo>
                <a:lnTo>
                  <a:pt x="448898" y="0"/>
                </a:lnTo>
                <a:lnTo>
                  <a:pt x="448898" y="186471"/>
                </a:lnTo>
                <a:lnTo>
                  <a:pt x="0" y="1864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65" name="图片 26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784840" y="2535555"/>
            <a:ext cx="462915" cy="140970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67" name="任意多边形 266"/>
          <p:cNvSpPr/>
          <p:nvPr/>
        </p:nvSpPr>
        <p:spPr>
          <a:xfrm>
            <a:off x="9358630" y="2718435"/>
            <a:ext cx="1388110" cy="179705"/>
          </a:xfrm>
          <a:custGeom>
            <a:avLst/>
            <a:gdLst>
              <a:gd name="connisteX0" fmla="*/ 0 w 1388131"/>
              <a:gd name="connsiteY0" fmla="*/ 47584 h 179564"/>
              <a:gd name="connisteX1" fmla="*/ 41643 w 1388131"/>
              <a:gd name="connsiteY1" fmla="*/ 0 h 179564"/>
              <a:gd name="connisteX2" fmla="*/ 1346487 w 1388131"/>
              <a:gd name="connsiteY2" fmla="*/ 0 h 179564"/>
              <a:gd name="connisteX3" fmla="*/ 1388131 w 1388131"/>
              <a:gd name="connsiteY3" fmla="*/ 47584 h 179564"/>
              <a:gd name="connisteX4" fmla="*/ 1388131 w 1388131"/>
              <a:gd name="connsiteY4" fmla="*/ 131980 h 179564"/>
              <a:gd name="connisteX5" fmla="*/ 1346487 w 1388131"/>
              <a:gd name="connsiteY5" fmla="*/ 179564 h 179564"/>
              <a:gd name="connisteX6" fmla="*/ 41643 w 1388131"/>
              <a:gd name="connsiteY6" fmla="*/ 179564 h 179564"/>
              <a:gd name="connisteX7" fmla="*/ 0 w 1388131"/>
              <a:gd name="connsiteY7" fmla="*/ 131980 h 179564"/>
              <a:gd name="connisteX8" fmla="*/ 0 w 1388131"/>
              <a:gd name="connsiteY8" fmla="*/ 47584 h 17956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388131" h="179565">
                <a:moveTo>
                  <a:pt x="0" y="47585"/>
                </a:moveTo>
                <a:cubicBezTo>
                  <a:pt x="0" y="21304"/>
                  <a:pt x="18645" y="0"/>
                  <a:pt x="41644" y="0"/>
                </a:cubicBezTo>
                <a:lnTo>
                  <a:pt x="1346487" y="0"/>
                </a:lnTo>
                <a:cubicBezTo>
                  <a:pt x="1369487" y="0"/>
                  <a:pt x="1388131" y="21304"/>
                  <a:pt x="1388131" y="47585"/>
                </a:cubicBezTo>
                <a:lnTo>
                  <a:pt x="1388131" y="131980"/>
                </a:lnTo>
                <a:cubicBezTo>
                  <a:pt x="1388131" y="158261"/>
                  <a:pt x="1369487" y="179565"/>
                  <a:pt x="1346487" y="179565"/>
                </a:cubicBezTo>
                <a:lnTo>
                  <a:pt x="41644" y="179565"/>
                </a:lnTo>
                <a:cubicBezTo>
                  <a:pt x="18645" y="179565"/>
                  <a:pt x="0" y="158261"/>
                  <a:pt x="0" y="131980"/>
                </a:cubicBezTo>
                <a:lnTo>
                  <a:pt x="0" y="47585"/>
                </a:lnTo>
                <a:close/>
              </a:path>
            </a:pathLst>
          </a:custGeom>
          <a:solidFill>
            <a:srgbClr val="FFF0D7"/>
          </a:solidFill>
          <a:ln w="6906" cap="flat">
            <a:solidFill>
              <a:srgbClr val="F08A20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68" name="任意多边形 267"/>
          <p:cNvSpPr/>
          <p:nvPr/>
        </p:nvSpPr>
        <p:spPr>
          <a:xfrm>
            <a:off x="9376410" y="2728595"/>
            <a:ext cx="1346200" cy="151765"/>
          </a:xfrm>
          <a:custGeom>
            <a:avLst/>
            <a:gdLst>
              <a:gd name="connisteX0" fmla="*/ 0 w 1346694"/>
              <a:gd name="connsiteY0" fmla="*/ 0 h 151939"/>
              <a:gd name="connisteX1" fmla="*/ 1346694 w 1346694"/>
              <a:gd name="connsiteY1" fmla="*/ 0 h 151939"/>
              <a:gd name="connisteX2" fmla="*/ 1346694 w 1346694"/>
              <a:gd name="connsiteY2" fmla="*/ 151939 h 151939"/>
              <a:gd name="connisteX3" fmla="*/ 0 w 1346694"/>
              <a:gd name="connsiteY3" fmla="*/ 151939 h 151939"/>
              <a:gd name="connisteX4" fmla="*/ 0 w 1346694"/>
              <a:gd name="connsiteY4" fmla="*/ 0 h 15193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346694" h="151940">
                <a:moveTo>
                  <a:pt x="0" y="0"/>
                </a:moveTo>
                <a:lnTo>
                  <a:pt x="1346694" y="0"/>
                </a:lnTo>
                <a:lnTo>
                  <a:pt x="1346694" y="151940"/>
                </a:lnTo>
                <a:lnTo>
                  <a:pt x="0" y="15194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69" name="图片 26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369425" y="2742565"/>
            <a:ext cx="1360170" cy="158750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71" name="任意多边形 270"/>
          <p:cNvSpPr/>
          <p:nvPr/>
        </p:nvSpPr>
        <p:spPr>
          <a:xfrm>
            <a:off x="9410700" y="2608580"/>
            <a:ext cx="0" cy="106045"/>
          </a:xfrm>
          <a:custGeom>
            <a:avLst/>
            <a:gdLst>
              <a:gd name="connisteX0" fmla="*/ 0 w 0"/>
              <a:gd name="connsiteY0" fmla="*/ 106357 h 106357"/>
              <a:gd name="connisteX1" fmla="*/ 0 w 0"/>
              <a:gd name="connsiteY1" fmla="*/ 0 h 1063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06358">
                <a:moveTo>
                  <a:pt x="0" y="106358"/>
                </a:moveTo>
                <a:lnTo>
                  <a:pt x="0" y="0"/>
                </a:lnTo>
              </a:path>
            </a:pathLst>
          </a:custGeom>
          <a:noFill/>
          <a:ln w="11741" cap="flat">
            <a:solidFill>
              <a:srgbClr val="F49A37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72" name="任意多边形 271"/>
          <p:cNvSpPr/>
          <p:nvPr/>
        </p:nvSpPr>
        <p:spPr>
          <a:xfrm>
            <a:off x="9384030" y="2555240"/>
            <a:ext cx="53340" cy="53340"/>
          </a:xfrm>
          <a:custGeom>
            <a:avLst/>
            <a:gdLst>
              <a:gd name="connisteX0" fmla="*/ 26588 w 53177"/>
              <a:gd name="connsiteY0" fmla="*/ 0 h 53178"/>
              <a:gd name="connisteX1" fmla="*/ 53177 w 53177"/>
              <a:gd name="connsiteY1" fmla="*/ 53178 h 53178"/>
              <a:gd name="connisteX2" fmla="*/ 0 w 53177"/>
              <a:gd name="connsiteY2" fmla="*/ 53178 h 53178"/>
              <a:gd name="connisteX3" fmla="*/ 26588 w 53177"/>
              <a:gd name="connsiteY3" fmla="*/ 0 h 531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3177" h="53179">
                <a:moveTo>
                  <a:pt x="26589" y="0"/>
                </a:moveTo>
                <a:lnTo>
                  <a:pt x="53177" y="53179"/>
                </a:lnTo>
                <a:lnTo>
                  <a:pt x="0" y="53179"/>
                </a:lnTo>
                <a:lnTo>
                  <a:pt x="26589" y="0"/>
                </a:lnTo>
                <a:close/>
              </a:path>
            </a:pathLst>
          </a:custGeom>
          <a:solidFill>
            <a:srgbClr val="F49A37"/>
          </a:solidFill>
          <a:ln w="11741" cap="flat">
            <a:solidFill>
              <a:srgbClr val="F49A37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74" name="任意多边形 273"/>
          <p:cNvSpPr/>
          <p:nvPr/>
        </p:nvSpPr>
        <p:spPr>
          <a:xfrm>
            <a:off x="9664065" y="2608580"/>
            <a:ext cx="0" cy="106045"/>
          </a:xfrm>
          <a:custGeom>
            <a:avLst/>
            <a:gdLst>
              <a:gd name="connisteX0" fmla="*/ 0 w 0"/>
              <a:gd name="connsiteY0" fmla="*/ 106357 h 106357"/>
              <a:gd name="connisteX1" fmla="*/ 0 w 0"/>
              <a:gd name="connsiteY1" fmla="*/ 0 h 1063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06358">
                <a:moveTo>
                  <a:pt x="0" y="106358"/>
                </a:moveTo>
                <a:lnTo>
                  <a:pt x="0" y="0"/>
                </a:lnTo>
              </a:path>
            </a:pathLst>
          </a:custGeom>
          <a:noFill/>
          <a:ln w="11741" cap="flat">
            <a:solidFill>
              <a:srgbClr val="F49A37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75" name="任意多边形 274"/>
          <p:cNvSpPr/>
          <p:nvPr/>
        </p:nvSpPr>
        <p:spPr>
          <a:xfrm>
            <a:off x="9637395" y="2555240"/>
            <a:ext cx="53340" cy="53340"/>
          </a:xfrm>
          <a:custGeom>
            <a:avLst/>
            <a:gdLst>
              <a:gd name="connisteX0" fmla="*/ 26588 w 53177"/>
              <a:gd name="connsiteY0" fmla="*/ 0 h 53178"/>
              <a:gd name="connisteX1" fmla="*/ 53177 w 53177"/>
              <a:gd name="connsiteY1" fmla="*/ 53178 h 53178"/>
              <a:gd name="connisteX2" fmla="*/ 0 w 53177"/>
              <a:gd name="connsiteY2" fmla="*/ 53178 h 53178"/>
              <a:gd name="connisteX3" fmla="*/ 26588 w 53177"/>
              <a:gd name="connsiteY3" fmla="*/ 0 h 531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3177" h="53179">
                <a:moveTo>
                  <a:pt x="26589" y="0"/>
                </a:moveTo>
                <a:lnTo>
                  <a:pt x="53177" y="53179"/>
                </a:lnTo>
                <a:lnTo>
                  <a:pt x="0" y="53179"/>
                </a:lnTo>
                <a:lnTo>
                  <a:pt x="26589" y="0"/>
                </a:lnTo>
                <a:close/>
              </a:path>
            </a:pathLst>
          </a:custGeom>
          <a:solidFill>
            <a:srgbClr val="F49A37"/>
          </a:solidFill>
          <a:ln w="11741" cap="flat">
            <a:solidFill>
              <a:srgbClr val="F49A37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77" name="任意多边形 276"/>
          <p:cNvSpPr/>
          <p:nvPr/>
        </p:nvSpPr>
        <p:spPr>
          <a:xfrm>
            <a:off x="10435590" y="2608580"/>
            <a:ext cx="0" cy="106045"/>
          </a:xfrm>
          <a:custGeom>
            <a:avLst/>
            <a:gdLst>
              <a:gd name="connisteX0" fmla="*/ 0 w 0"/>
              <a:gd name="connsiteY0" fmla="*/ 106357 h 106357"/>
              <a:gd name="connisteX1" fmla="*/ 0 w 0"/>
              <a:gd name="connsiteY1" fmla="*/ 0 h 1063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06358">
                <a:moveTo>
                  <a:pt x="0" y="106358"/>
                </a:moveTo>
                <a:lnTo>
                  <a:pt x="0" y="0"/>
                </a:lnTo>
              </a:path>
            </a:pathLst>
          </a:custGeom>
          <a:noFill/>
          <a:ln w="11741" cap="flat">
            <a:solidFill>
              <a:srgbClr val="F49A37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78" name="任意多边形 277"/>
          <p:cNvSpPr/>
          <p:nvPr/>
        </p:nvSpPr>
        <p:spPr>
          <a:xfrm>
            <a:off x="10408920" y="2555240"/>
            <a:ext cx="53340" cy="53340"/>
          </a:xfrm>
          <a:custGeom>
            <a:avLst/>
            <a:gdLst>
              <a:gd name="connisteX0" fmla="*/ 26588 w 53177"/>
              <a:gd name="connsiteY0" fmla="*/ 0 h 53178"/>
              <a:gd name="connisteX1" fmla="*/ 53177 w 53177"/>
              <a:gd name="connsiteY1" fmla="*/ 53178 h 53178"/>
              <a:gd name="connisteX2" fmla="*/ 0 w 53177"/>
              <a:gd name="connsiteY2" fmla="*/ 53178 h 53178"/>
              <a:gd name="connisteX3" fmla="*/ 26588 w 53177"/>
              <a:gd name="connsiteY3" fmla="*/ 0 h 531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3177" h="53179">
                <a:moveTo>
                  <a:pt x="26589" y="0"/>
                </a:moveTo>
                <a:lnTo>
                  <a:pt x="53177" y="53179"/>
                </a:lnTo>
                <a:lnTo>
                  <a:pt x="0" y="53179"/>
                </a:lnTo>
                <a:lnTo>
                  <a:pt x="26589" y="0"/>
                </a:lnTo>
                <a:close/>
              </a:path>
            </a:pathLst>
          </a:custGeom>
          <a:solidFill>
            <a:srgbClr val="F49A37"/>
          </a:solidFill>
          <a:ln w="11741" cap="flat">
            <a:solidFill>
              <a:srgbClr val="F49A37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0" name="任意多边形 279"/>
          <p:cNvSpPr/>
          <p:nvPr/>
        </p:nvSpPr>
        <p:spPr>
          <a:xfrm>
            <a:off x="10668000" y="2608580"/>
            <a:ext cx="0" cy="106045"/>
          </a:xfrm>
          <a:custGeom>
            <a:avLst/>
            <a:gdLst>
              <a:gd name="connisteX0" fmla="*/ 0 w 0"/>
              <a:gd name="connsiteY0" fmla="*/ 106357 h 106357"/>
              <a:gd name="connisteX1" fmla="*/ 0 w 0"/>
              <a:gd name="connsiteY1" fmla="*/ 0 h 1063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06358">
                <a:moveTo>
                  <a:pt x="0" y="106358"/>
                </a:moveTo>
                <a:lnTo>
                  <a:pt x="0" y="0"/>
                </a:lnTo>
              </a:path>
            </a:pathLst>
          </a:custGeom>
          <a:noFill/>
          <a:ln w="11741" cap="flat">
            <a:solidFill>
              <a:srgbClr val="F49A37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1" name="任意多边形 280"/>
          <p:cNvSpPr/>
          <p:nvPr/>
        </p:nvSpPr>
        <p:spPr>
          <a:xfrm>
            <a:off x="10641330" y="2555240"/>
            <a:ext cx="53340" cy="53340"/>
          </a:xfrm>
          <a:custGeom>
            <a:avLst/>
            <a:gdLst>
              <a:gd name="connisteX0" fmla="*/ 26588 w 53177"/>
              <a:gd name="connsiteY0" fmla="*/ 0 h 53178"/>
              <a:gd name="connisteX1" fmla="*/ 53177 w 53177"/>
              <a:gd name="connsiteY1" fmla="*/ 53178 h 53178"/>
              <a:gd name="connisteX2" fmla="*/ 0 w 53177"/>
              <a:gd name="connsiteY2" fmla="*/ 53178 h 53178"/>
              <a:gd name="connisteX3" fmla="*/ 26588 w 53177"/>
              <a:gd name="connsiteY3" fmla="*/ 0 h 531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3177" h="53179">
                <a:moveTo>
                  <a:pt x="26589" y="0"/>
                </a:moveTo>
                <a:lnTo>
                  <a:pt x="53177" y="53179"/>
                </a:lnTo>
                <a:lnTo>
                  <a:pt x="0" y="53179"/>
                </a:lnTo>
                <a:lnTo>
                  <a:pt x="26589" y="0"/>
                </a:lnTo>
                <a:close/>
              </a:path>
            </a:pathLst>
          </a:custGeom>
          <a:solidFill>
            <a:srgbClr val="F49A37"/>
          </a:solidFill>
          <a:ln w="11741" cap="flat">
            <a:solidFill>
              <a:srgbClr val="F49A37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3" name="任意多边形 282"/>
          <p:cNvSpPr/>
          <p:nvPr/>
        </p:nvSpPr>
        <p:spPr>
          <a:xfrm>
            <a:off x="8937625" y="2898140"/>
            <a:ext cx="262255" cy="82550"/>
          </a:xfrm>
          <a:custGeom>
            <a:avLst/>
            <a:gdLst>
              <a:gd name="connisteX0" fmla="*/ 0 w 262432"/>
              <a:gd name="connsiteY0" fmla="*/ 82876 h 82876"/>
              <a:gd name="connisteX1" fmla="*/ 82873 w 262432"/>
              <a:gd name="connsiteY1" fmla="*/ 0 h 82876"/>
              <a:gd name="connisteX2" fmla="*/ 262432 w 262432"/>
              <a:gd name="connsiteY2" fmla="*/ 0 h 82876"/>
              <a:gd name="connisteX3" fmla="*/ 179559 w 262432"/>
              <a:gd name="connsiteY3" fmla="*/ 82876 h 82876"/>
              <a:gd name="connisteX4" fmla="*/ 0 w 262432"/>
              <a:gd name="connsiteY4" fmla="*/ 82876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62433" h="82876">
                <a:moveTo>
                  <a:pt x="0" y="82876"/>
                </a:moveTo>
                <a:lnTo>
                  <a:pt x="82874" y="0"/>
                </a:lnTo>
                <a:lnTo>
                  <a:pt x="262433" y="0"/>
                </a:lnTo>
                <a:lnTo>
                  <a:pt x="179559" y="82876"/>
                </a:lnTo>
                <a:lnTo>
                  <a:pt x="0" y="82876"/>
                </a:lnTo>
                <a:close/>
              </a:path>
            </a:pathLst>
          </a:custGeom>
          <a:solidFill>
            <a:srgbClr val="C8DEFF"/>
          </a:solidFill>
          <a:ln w="5525" cap="flat">
            <a:solidFill>
              <a:srgbClr val="3871B3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4" name="任意多边形 283"/>
          <p:cNvSpPr/>
          <p:nvPr/>
        </p:nvSpPr>
        <p:spPr>
          <a:xfrm>
            <a:off x="9117330" y="2898140"/>
            <a:ext cx="82550" cy="241300"/>
          </a:xfrm>
          <a:custGeom>
            <a:avLst/>
            <a:gdLst>
              <a:gd name="connisteX0" fmla="*/ 0 w 82873"/>
              <a:gd name="connsiteY0" fmla="*/ 82876 h 241722"/>
              <a:gd name="connisteX1" fmla="*/ 82873 w 82873"/>
              <a:gd name="connsiteY1" fmla="*/ 0 h 241722"/>
              <a:gd name="connisteX2" fmla="*/ 82873 w 82873"/>
              <a:gd name="connsiteY2" fmla="*/ 158845 h 241722"/>
              <a:gd name="connisteX3" fmla="*/ 0 w 82873"/>
              <a:gd name="connsiteY3" fmla="*/ 241722 h 241722"/>
              <a:gd name="connisteX4" fmla="*/ 0 w 82873"/>
              <a:gd name="connsiteY4" fmla="*/ 82876 h 2417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82874" h="241722">
                <a:moveTo>
                  <a:pt x="0" y="82876"/>
                </a:moveTo>
                <a:lnTo>
                  <a:pt x="82874" y="0"/>
                </a:lnTo>
                <a:lnTo>
                  <a:pt x="82874" y="158846"/>
                </a:lnTo>
                <a:lnTo>
                  <a:pt x="0" y="241722"/>
                </a:lnTo>
                <a:lnTo>
                  <a:pt x="0" y="82876"/>
                </a:lnTo>
                <a:close/>
              </a:path>
            </a:pathLst>
          </a:custGeom>
          <a:solidFill>
            <a:srgbClr val="6595D5"/>
          </a:solidFill>
          <a:ln w="5525" cap="flat">
            <a:solidFill>
              <a:srgbClr val="3871B3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5" name="任意多边形 284"/>
          <p:cNvSpPr/>
          <p:nvPr/>
        </p:nvSpPr>
        <p:spPr>
          <a:xfrm>
            <a:off x="8937625" y="2980690"/>
            <a:ext cx="179705" cy="158750"/>
          </a:xfrm>
          <a:custGeom>
            <a:avLst/>
            <a:gdLst>
              <a:gd name="connisteX0" fmla="*/ 0 w 179559"/>
              <a:gd name="connsiteY0" fmla="*/ 0 h 158845"/>
              <a:gd name="connisteX1" fmla="*/ 179559 w 179559"/>
              <a:gd name="connsiteY1" fmla="*/ 0 h 158845"/>
              <a:gd name="connisteX2" fmla="*/ 179559 w 179559"/>
              <a:gd name="connsiteY2" fmla="*/ 158845 h 158845"/>
              <a:gd name="connisteX3" fmla="*/ 0 w 179559"/>
              <a:gd name="connsiteY3" fmla="*/ 158845 h 158845"/>
              <a:gd name="connisteX4" fmla="*/ 0 w 179559"/>
              <a:gd name="connsiteY4" fmla="*/ 0 h 1588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79559" h="158846">
                <a:moveTo>
                  <a:pt x="0" y="0"/>
                </a:moveTo>
                <a:lnTo>
                  <a:pt x="179559" y="0"/>
                </a:lnTo>
                <a:lnTo>
                  <a:pt x="179559" y="158846"/>
                </a:lnTo>
                <a:lnTo>
                  <a:pt x="0" y="158846"/>
                </a:lnTo>
                <a:lnTo>
                  <a:pt x="0" y="0"/>
                </a:lnTo>
                <a:close/>
              </a:path>
            </a:pathLst>
          </a:custGeom>
          <a:solidFill>
            <a:srgbClr val="8BB7F4"/>
          </a:solidFill>
          <a:ln w="5525" cap="flat">
            <a:solidFill>
              <a:srgbClr val="3871B3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6" name="任意多边形 285"/>
          <p:cNvSpPr/>
          <p:nvPr/>
        </p:nvSpPr>
        <p:spPr>
          <a:xfrm>
            <a:off x="9168765" y="2963545"/>
            <a:ext cx="780415" cy="179705"/>
          </a:xfrm>
          <a:custGeom>
            <a:avLst/>
            <a:gdLst>
              <a:gd name="connisteX0" fmla="*/ 0 w 780392"/>
              <a:gd name="connsiteY0" fmla="*/ 0 h 179564"/>
              <a:gd name="connisteX1" fmla="*/ 780392 w 780392"/>
              <a:gd name="connsiteY1" fmla="*/ 0 h 179564"/>
              <a:gd name="connisteX2" fmla="*/ 780392 w 780392"/>
              <a:gd name="connsiteY2" fmla="*/ 179564 h 179564"/>
              <a:gd name="connisteX3" fmla="*/ 0 w 780392"/>
              <a:gd name="connsiteY3" fmla="*/ 179564 h 179564"/>
              <a:gd name="connisteX4" fmla="*/ 0 w 780392"/>
              <a:gd name="connsiteY4" fmla="*/ 0 h 17956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80392" h="179565">
                <a:moveTo>
                  <a:pt x="0" y="0"/>
                </a:moveTo>
                <a:lnTo>
                  <a:pt x="780392" y="0"/>
                </a:lnTo>
                <a:lnTo>
                  <a:pt x="780392" y="179565"/>
                </a:lnTo>
                <a:lnTo>
                  <a:pt x="0" y="179565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87" name="图片 286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161780" y="2997835"/>
            <a:ext cx="794385" cy="14160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92" name="任意多边形 291"/>
          <p:cNvSpPr/>
          <p:nvPr/>
        </p:nvSpPr>
        <p:spPr>
          <a:xfrm>
            <a:off x="10391140" y="2970530"/>
            <a:ext cx="815340" cy="172720"/>
          </a:xfrm>
          <a:custGeom>
            <a:avLst/>
            <a:gdLst>
              <a:gd name="connisteX0" fmla="*/ 0 w 814922"/>
              <a:gd name="connsiteY0" fmla="*/ 0 h 172658"/>
              <a:gd name="connisteX1" fmla="*/ 814922 w 814922"/>
              <a:gd name="connsiteY1" fmla="*/ 0 h 172658"/>
              <a:gd name="connisteX2" fmla="*/ 814922 w 814922"/>
              <a:gd name="connsiteY2" fmla="*/ 172658 h 172658"/>
              <a:gd name="connisteX3" fmla="*/ 0 w 814922"/>
              <a:gd name="connsiteY3" fmla="*/ 172658 h 172658"/>
              <a:gd name="connisteX4" fmla="*/ 0 w 814922"/>
              <a:gd name="connsiteY4" fmla="*/ 0 h 17265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814923" h="172659">
                <a:moveTo>
                  <a:pt x="0" y="0"/>
                </a:moveTo>
                <a:lnTo>
                  <a:pt x="814923" y="0"/>
                </a:lnTo>
                <a:lnTo>
                  <a:pt x="814923" y="172659"/>
                </a:lnTo>
                <a:lnTo>
                  <a:pt x="0" y="172659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93" name="图片 29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384155" y="3004820"/>
            <a:ext cx="829310" cy="14160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95" name="任意多边形 294"/>
          <p:cNvSpPr/>
          <p:nvPr/>
        </p:nvSpPr>
        <p:spPr>
          <a:xfrm>
            <a:off x="9493885" y="3198495"/>
            <a:ext cx="0" cy="74295"/>
          </a:xfrm>
          <a:custGeom>
            <a:avLst/>
            <a:gdLst>
              <a:gd name="connisteX0" fmla="*/ 0 w 0"/>
              <a:gd name="connsiteY0" fmla="*/ 0 h 74312"/>
              <a:gd name="connisteX1" fmla="*/ 0 w 0"/>
              <a:gd name="connsiteY1" fmla="*/ 74312 h 7431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74312">
                <a:moveTo>
                  <a:pt x="0" y="0"/>
                </a:moveTo>
                <a:lnTo>
                  <a:pt x="0" y="74312"/>
                </a:lnTo>
              </a:path>
            </a:pathLst>
          </a:custGeom>
          <a:noFill/>
          <a:ln w="13812" cap="flat">
            <a:solidFill>
              <a:srgbClr val="5997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96" name="任意多边形 295"/>
          <p:cNvSpPr/>
          <p:nvPr/>
        </p:nvSpPr>
        <p:spPr>
          <a:xfrm>
            <a:off x="9465945" y="3272790"/>
            <a:ext cx="55245" cy="55245"/>
          </a:xfrm>
          <a:custGeom>
            <a:avLst/>
            <a:gdLst>
              <a:gd name="connisteX0" fmla="*/ 27624 w 55249"/>
              <a:gd name="connsiteY0" fmla="*/ 55250 h 55250"/>
              <a:gd name="connisteX1" fmla="*/ 0 w 55249"/>
              <a:gd name="connsiteY1" fmla="*/ 0 h 55250"/>
              <a:gd name="connisteX2" fmla="*/ 55249 w 55249"/>
              <a:gd name="connsiteY2" fmla="*/ 0 h 55250"/>
              <a:gd name="connisteX3" fmla="*/ 27624 w 55249"/>
              <a:gd name="connsiteY3" fmla="*/ 55250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27625" y="55251"/>
                </a:moveTo>
                <a:lnTo>
                  <a:pt x="0" y="0"/>
                </a:lnTo>
                <a:lnTo>
                  <a:pt x="55249" y="0"/>
                </a:lnTo>
                <a:lnTo>
                  <a:pt x="27625" y="55251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98" name="任意多边形 297"/>
          <p:cNvSpPr/>
          <p:nvPr/>
        </p:nvSpPr>
        <p:spPr>
          <a:xfrm>
            <a:off x="8245475" y="3355975"/>
            <a:ext cx="766445" cy="234950"/>
          </a:xfrm>
          <a:custGeom>
            <a:avLst/>
            <a:gdLst>
              <a:gd name="connisteX0" fmla="*/ 0 w 863265"/>
              <a:gd name="connsiteY0" fmla="*/ 46617 h 372942"/>
              <a:gd name="connisteX1" fmla="*/ 47479 w 863265"/>
              <a:gd name="connsiteY1" fmla="*/ 0 h 372942"/>
              <a:gd name="connisteX2" fmla="*/ 815786 w 863265"/>
              <a:gd name="connsiteY2" fmla="*/ 0 h 372942"/>
              <a:gd name="connisteX3" fmla="*/ 863265 w 863265"/>
              <a:gd name="connsiteY3" fmla="*/ 46617 h 372942"/>
              <a:gd name="connisteX4" fmla="*/ 863265 w 863265"/>
              <a:gd name="connsiteY4" fmla="*/ 326324 h 372942"/>
              <a:gd name="connisteX5" fmla="*/ 815786 w 863265"/>
              <a:gd name="connsiteY5" fmla="*/ 372942 h 372942"/>
              <a:gd name="connisteX6" fmla="*/ 47479 w 863265"/>
              <a:gd name="connsiteY6" fmla="*/ 372942 h 372942"/>
              <a:gd name="connisteX7" fmla="*/ 0 w 863265"/>
              <a:gd name="connsiteY7" fmla="*/ 326324 h 372942"/>
              <a:gd name="connisteX8" fmla="*/ 0 w 863265"/>
              <a:gd name="connsiteY8" fmla="*/ 46617 h 37294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63266" h="372943">
                <a:moveTo>
                  <a:pt x="0" y="46618"/>
                </a:moveTo>
                <a:cubicBezTo>
                  <a:pt x="0" y="20872"/>
                  <a:pt x="21257" y="0"/>
                  <a:pt x="47480" y="0"/>
                </a:cubicBezTo>
                <a:lnTo>
                  <a:pt x="815786" y="0"/>
                </a:lnTo>
                <a:cubicBezTo>
                  <a:pt x="842008" y="0"/>
                  <a:pt x="863266" y="20872"/>
                  <a:pt x="863266" y="46618"/>
                </a:cubicBezTo>
                <a:lnTo>
                  <a:pt x="863266" y="326325"/>
                </a:lnTo>
                <a:cubicBezTo>
                  <a:pt x="863266" y="352071"/>
                  <a:pt x="842008" y="372943"/>
                  <a:pt x="815786" y="372943"/>
                </a:cubicBezTo>
                <a:lnTo>
                  <a:pt x="47480" y="372943"/>
                </a:lnTo>
                <a:cubicBezTo>
                  <a:pt x="21257" y="372943"/>
                  <a:pt x="0" y="352071"/>
                  <a:pt x="0" y="326325"/>
                </a:cubicBezTo>
                <a:lnTo>
                  <a:pt x="0" y="46618"/>
                </a:lnTo>
                <a:close/>
              </a:path>
            </a:pathLst>
          </a:custGeom>
          <a:solidFill>
            <a:srgbClr val="EAF7FC"/>
          </a:solidFill>
          <a:ln w="6906" cap="flat">
            <a:solidFill>
              <a:srgbClr val="418C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02" name="任意多边形 301"/>
          <p:cNvSpPr/>
          <p:nvPr/>
        </p:nvSpPr>
        <p:spPr>
          <a:xfrm>
            <a:off x="9179560" y="3355975"/>
            <a:ext cx="766445" cy="234950"/>
          </a:xfrm>
          <a:custGeom>
            <a:avLst/>
            <a:gdLst>
              <a:gd name="connisteX0" fmla="*/ 0 w 766579"/>
              <a:gd name="connsiteY0" fmla="*/ 48137 h 234815"/>
              <a:gd name="connisteX1" fmla="*/ 45994 w 766579"/>
              <a:gd name="connsiteY1" fmla="*/ 0 h 234815"/>
              <a:gd name="connisteX2" fmla="*/ 720585 w 766579"/>
              <a:gd name="connsiteY2" fmla="*/ 0 h 234815"/>
              <a:gd name="connisteX3" fmla="*/ 766579 w 766579"/>
              <a:gd name="connsiteY3" fmla="*/ 48137 h 234815"/>
              <a:gd name="connisteX4" fmla="*/ 766579 w 766579"/>
              <a:gd name="connsiteY4" fmla="*/ 186678 h 234815"/>
              <a:gd name="connisteX5" fmla="*/ 720585 w 766579"/>
              <a:gd name="connsiteY5" fmla="*/ 234815 h 234815"/>
              <a:gd name="connisteX6" fmla="*/ 45994 w 766579"/>
              <a:gd name="connsiteY6" fmla="*/ 234815 h 234815"/>
              <a:gd name="connisteX7" fmla="*/ 0 w 766579"/>
              <a:gd name="connsiteY7" fmla="*/ 186678 h 234815"/>
              <a:gd name="connisteX8" fmla="*/ 0 w 766579"/>
              <a:gd name="connsiteY8" fmla="*/ 48137 h 2348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766580" h="234816">
                <a:moveTo>
                  <a:pt x="0" y="48137"/>
                </a:moveTo>
                <a:cubicBezTo>
                  <a:pt x="0" y="21552"/>
                  <a:pt x="20593" y="0"/>
                  <a:pt x="45995" y="0"/>
                </a:cubicBezTo>
                <a:lnTo>
                  <a:pt x="720585" y="0"/>
                </a:lnTo>
                <a:cubicBezTo>
                  <a:pt x="745987" y="0"/>
                  <a:pt x="766580" y="21552"/>
                  <a:pt x="766580" y="48137"/>
                </a:cubicBezTo>
                <a:lnTo>
                  <a:pt x="766580" y="186678"/>
                </a:lnTo>
                <a:cubicBezTo>
                  <a:pt x="766580" y="213264"/>
                  <a:pt x="745987" y="234816"/>
                  <a:pt x="720585" y="234816"/>
                </a:cubicBezTo>
                <a:lnTo>
                  <a:pt x="45995" y="234816"/>
                </a:lnTo>
                <a:cubicBezTo>
                  <a:pt x="20593" y="234816"/>
                  <a:pt x="0" y="213264"/>
                  <a:pt x="0" y="186678"/>
                </a:cubicBezTo>
                <a:lnTo>
                  <a:pt x="0" y="48137"/>
                </a:lnTo>
                <a:close/>
              </a:path>
            </a:pathLst>
          </a:custGeom>
          <a:solidFill>
            <a:srgbClr val="EAF7FC"/>
          </a:solidFill>
          <a:ln w="6906" cap="flat">
            <a:solidFill>
              <a:srgbClr val="418C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06" name="任意多边形 305"/>
          <p:cNvSpPr/>
          <p:nvPr/>
        </p:nvSpPr>
        <p:spPr>
          <a:xfrm>
            <a:off x="9017000" y="3481705"/>
            <a:ext cx="91440" cy="76200"/>
          </a:xfrm>
          <a:custGeom>
            <a:avLst/>
            <a:gdLst>
              <a:gd name="connisteX0" fmla="*/ 0 w 74309"/>
              <a:gd name="connsiteY0" fmla="*/ 0 h 0"/>
              <a:gd name="connisteX1" fmla="*/ 74309 w 74309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74310">
                <a:moveTo>
                  <a:pt x="0" y="0"/>
                </a:moveTo>
                <a:lnTo>
                  <a:pt x="74310" y="0"/>
                </a:lnTo>
              </a:path>
            </a:pathLst>
          </a:custGeom>
          <a:noFill/>
          <a:ln w="13812" cap="flat">
            <a:solidFill>
              <a:srgbClr val="5997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07" name="任意多边形 306"/>
          <p:cNvSpPr/>
          <p:nvPr/>
        </p:nvSpPr>
        <p:spPr>
          <a:xfrm>
            <a:off x="9108440" y="3453765"/>
            <a:ext cx="55245" cy="55245"/>
          </a:xfrm>
          <a:custGeom>
            <a:avLst/>
            <a:gdLst>
              <a:gd name="connisteX0" fmla="*/ 55249 w 55249"/>
              <a:gd name="connsiteY0" fmla="*/ 27625 h 55250"/>
              <a:gd name="connisteX1" fmla="*/ 0 w 55249"/>
              <a:gd name="connsiteY1" fmla="*/ 55250 h 55250"/>
              <a:gd name="connisteX2" fmla="*/ 0 w 55249"/>
              <a:gd name="connsiteY2" fmla="*/ 0 h 55250"/>
              <a:gd name="connisteX3" fmla="*/ 55249 w 55249"/>
              <a:gd name="connsiteY3" fmla="*/ 27625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55249" y="27625"/>
                </a:moveTo>
                <a:lnTo>
                  <a:pt x="0" y="55251"/>
                </a:lnTo>
                <a:lnTo>
                  <a:pt x="0" y="0"/>
                </a:lnTo>
                <a:lnTo>
                  <a:pt x="55249" y="27625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09" name="任意多边形 308"/>
          <p:cNvSpPr/>
          <p:nvPr/>
        </p:nvSpPr>
        <p:spPr>
          <a:xfrm flipV="1">
            <a:off x="9949180" y="3403600"/>
            <a:ext cx="154940" cy="78105"/>
          </a:xfrm>
          <a:custGeom>
            <a:avLst/>
            <a:gdLst>
              <a:gd name="connisteX0" fmla="*/ 0 w 81216"/>
              <a:gd name="connsiteY0" fmla="*/ 0 h 0"/>
              <a:gd name="connisteX1" fmla="*/ 81216 w 81216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81216">
                <a:moveTo>
                  <a:pt x="0" y="0"/>
                </a:moveTo>
                <a:lnTo>
                  <a:pt x="81216" y="0"/>
                </a:lnTo>
              </a:path>
            </a:pathLst>
          </a:custGeom>
          <a:noFill/>
          <a:ln w="13812" cap="flat">
            <a:solidFill>
              <a:srgbClr val="5997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10" name="任意多边形 309"/>
          <p:cNvSpPr/>
          <p:nvPr/>
        </p:nvSpPr>
        <p:spPr>
          <a:xfrm>
            <a:off x="10104120" y="3453765"/>
            <a:ext cx="55245" cy="55245"/>
          </a:xfrm>
          <a:custGeom>
            <a:avLst/>
            <a:gdLst>
              <a:gd name="connisteX0" fmla="*/ 55249 w 55249"/>
              <a:gd name="connsiteY0" fmla="*/ 27625 h 55250"/>
              <a:gd name="connisteX1" fmla="*/ 0 w 55249"/>
              <a:gd name="connsiteY1" fmla="*/ 55250 h 55250"/>
              <a:gd name="connisteX2" fmla="*/ 0 w 55249"/>
              <a:gd name="connsiteY2" fmla="*/ 0 h 55250"/>
              <a:gd name="connisteX3" fmla="*/ 55249 w 55249"/>
              <a:gd name="connsiteY3" fmla="*/ 27625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55249" y="27625"/>
                </a:moveTo>
                <a:lnTo>
                  <a:pt x="0" y="55251"/>
                </a:lnTo>
                <a:lnTo>
                  <a:pt x="0" y="0"/>
                </a:lnTo>
                <a:lnTo>
                  <a:pt x="55249" y="27625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12" name="任意多边形 311"/>
          <p:cNvSpPr/>
          <p:nvPr/>
        </p:nvSpPr>
        <p:spPr>
          <a:xfrm>
            <a:off x="10191115" y="3322320"/>
            <a:ext cx="918210" cy="241935"/>
          </a:xfrm>
          <a:custGeom>
            <a:avLst/>
            <a:gdLst>
              <a:gd name="connisteX0" fmla="*/ 0 w 918514"/>
              <a:gd name="connsiteY0" fmla="*/ 241722 h 241722"/>
              <a:gd name="connisteX1" fmla="*/ 55249 w 918514"/>
              <a:gd name="connsiteY1" fmla="*/ 179564 h 241722"/>
              <a:gd name="connisteX2" fmla="*/ 124310 w 918514"/>
              <a:gd name="connsiteY2" fmla="*/ 131220 h 241722"/>
              <a:gd name="connisteX3" fmla="*/ 207183 w 918514"/>
              <a:gd name="connsiteY3" fmla="*/ 96688 h 241722"/>
              <a:gd name="connisteX4" fmla="*/ 310775 w 918514"/>
              <a:gd name="connsiteY4" fmla="*/ 62157 h 241722"/>
              <a:gd name="connisteX5" fmla="*/ 414367 w 918514"/>
              <a:gd name="connsiteY5" fmla="*/ 34531 h 241722"/>
              <a:gd name="connisteX6" fmla="*/ 511053 w 918514"/>
              <a:gd name="connsiteY6" fmla="*/ 13812 h 241722"/>
              <a:gd name="connisteX7" fmla="*/ 614645 w 918514"/>
              <a:gd name="connsiteY7" fmla="*/ 0 h 241722"/>
              <a:gd name="connisteX8" fmla="*/ 718237 w 918514"/>
              <a:gd name="connsiteY8" fmla="*/ 0 h 241722"/>
              <a:gd name="connisteX9" fmla="*/ 808016 w 918514"/>
              <a:gd name="connsiteY9" fmla="*/ 20719 h 241722"/>
              <a:gd name="connisteX10" fmla="*/ 918514 w 918514"/>
              <a:gd name="connsiteY10" fmla="*/ 41438 h 2417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rect l="l" t="t" r="r" b="b"/>
            <a:pathLst>
              <a:path w="918515" h="241722">
                <a:moveTo>
                  <a:pt x="0" y="241722"/>
                </a:moveTo>
                <a:lnTo>
                  <a:pt x="55249" y="179565"/>
                </a:lnTo>
                <a:lnTo>
                  <a:pt x="124310" y="131221"/>
                </a:lnTo>
                <a:lnTo>
                  <a:pt x="207184" y="96689"/>
                </a:lnTo>
                <a:lnTo>
                  <a:pt x="310776" y="62157"/>
                </a:lnTo>
                <a:lnTo>
                  <a:pt x="414368" y="34532"/>
                </a:lnTo>
                <a:lnTo>
                  <a:pt x="511053" y="13813"/>
                </a:lnTo>
                <a:lnTo>
                  <a:pt x="614645" y="0"/>
                </a:lnTo>
                <a:lnTo>
                  <a:pt x="718237" y="0"/>
                </a:lnTo>
                <a:lnTo>
                  <a:pt x="808017" y="20719"/>
                </a:lnTo>
                <a:lnTo>
                  <a:pt x="918515" y="41438"/>
                </a:lnTo>
              </a:path>
            </a:pathLst>
          </a:custGeom>
          <a:noFill/>
          <a:ln w="10359" cap="flat">
            <a:solidFill>
              <a:srgbClr val="157AE9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13" name="任意多边形 312"/>
          <p:cNvSpPr/>
          <p:nvPr/>
        </p:nvSpPr>
        <p:spPr>
          <a:xfrm>
            <a:off x="10170160" y="3543300"/>
            <a:ext cx="41910" cy="41910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4" name="任意多边形 313"/>
          <p:cNvSpPr/>
          <p:nvPr/>
        </p:nvSpPr>
        <p:spPr>
          <a:xfrm>
            <a:off x="10225405" y="3481705"/>
            <a:ext cx="41910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5" name="任意多边形 314"/>
          <p:cNvSpPr/>
          <p:nvPr/>
        </p:nvSpPr>
        <p:spPr>
          <a:xfrm>
            <a:off x="10294620" y="3432810"/>
            <a:ext cx="41275" cy="41910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6" name="任意多边形 315"/>
          <p:cNvSpPr/>
          <p:nvPr/>
        </p:nvSpPr>
        <p:spPr>
          <a:xfrm>
            <a:off x="10377805" y="3398520"/>
            <a:ext cx="41275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7" name="任意多边形 316"/>
          <p:cNvSpPr/>
          <p:nvPr/>
        </p:nvSpPr>
        <p:spPr>
          <a:xfrm>
            <a:off x="10481310" y="3364230"/>
            <a:ext cx="41275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8" name="任意多边形 317"/>
          <p:cNvSpPr/>
          <p:nvPr/>
        </p:nvSpPr>
        <p:spPr>
          <a:xfrm>
            <a:off x="10584815" y="3336290"/>
            <a:ext cx="41275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9" name="任意多边形 318"/>
          <p:cNvSpPr/>
          <p:nvPr/>
        </p:nvSpPr>
        <p:spPr>
          <a:xfrm>
            <a:off x="10681335" y="3315970"/>
            <a:ext cx="41275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20" name="任意多边形 319"/>
          <p:cNvSpPr/>
          <p:nvPr/>
        </p:nvSpPr>
        <p:spPr>
          <a:xfrm>
            <a:off x="10784840" y="3302000"/>
            <a:ext cx="41910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21" name="任意多边形 320"/>
          <p:cNvSpPr/>
          <p:nvPr/>
        </p:nvSpPr>
        <p:spPr>
          <a:xfrm>
            <a:off x="10888345" y="3302000"/>
            <a:ext cx="41910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22" name="任意多边形 321"/>
          <p:cNvSpPr/>
          <p:nvPr/>
        </p:nvSpPr>
        <p:spPr>
          <a:xfrm>
            <a:off x="10978515" y="3322320"/>
            <a:ext cx="41275" cy="41910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23" name="任意多边形 322"/>
          <p:cNvSpPr/>
          <p:nvPr/>
        </p:nvSpPr>
        <p:spPr>
          <a:xfrm>
            <a:off x="11089005" y="3343275"/>
            <a:ext cx="41275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24" name="任意多边形 323"/>
          <p:cNvSpPr/>
          <p:nvPr/>
        </p:nvSpPr>
        <p:spPr>
          <a:xfrm>
            <a:off x="10218420" y="3536950"/>
            <a:ext cx="967105" cy="151765"/>
          </a:xfrm>
          <a:custGeom>
            <a:avLst/>
            <a:gdLst>
              <a:gd name="connisteX0" fmla="*/ 0 w 966857"/>
              <a:gd name="connsiteY0" fmla="*/ 0 h 151939"/>
              <a:gd name="connisteX1" fmla="*/ 966857 w 966857"/>
              <a:gd name="connsiteY1" fmla="*/ 0 h 151939"/>
              <a:gd name="connisteX2" fmla="*/ 966857 w 966857"/>
              <a:gd name="connsiteY2" fmla="*/ 151939 h 151939"/>
              <a:gd name="connisteX3" fmla="*/ 0 w 966857"/>
              <a:gd name="connsiteY3" fmla="*/ 151939 h 151939"/>
              <a:gd name="connisteX4" fmla="*/ 0 w 966857"/>
              <a:gd name="connsiteY4" fmla="*/ 0 h 15193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66858" h="151940">
                <a:moveTo>
                  <a:pt x="0" y="0"/>
                </a:moveTo>
                <a:lnTo>
                  <a:pt x="966858" y="0"/>
                </a:lnTo>
                <a:lnTo>
                  <a:pt x="966858" y="151940"/>
                </a:lnTo>
                <a:lnTo>
                  <a:pt x="0" y="15194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325" name="图片 32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212070" y="3557270"/>
            <a:ext cx="980440" cy="14160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120" name="任意多边形 119"/>
          <p:cNvSpPr/>
          <p:nvPr/>
        </p:nvSpPr>
        <p:spPr>
          <a:xfrm>
            <a:off x="6805930" y="1167130"/>
            <a:ext cx="256540" cy="179705"/>
          </a:xfrm>
          <a:custGeom>
            <a:avLst/>
            <a:gdLst>
              <a:gd name="connisteX0" fmla="*/ 0 w 345306"/>
              <a:gd name="connsiteY0" fmla="*/ 48344 h 241722"/>
              <a:gd name="connisteX1" fmla="*/ 48342 w 345306"/>
              <a:gd name="connsiteY1" fmla="*/ 0 h 241722"/>
              <a:gd name="connisteX2" fmla="*/ 296963 w 345306"/>
              <a:gd name="connsiteY2" fmla="*/ 0 h 241722"/>
              <a:gd name="connisteX3" fmla="*/ 345306 w 345306"/>
              <a:gd name="connsiteY3" fmla="*/ 48344 h 241722"/>
              <a:gd name="connisteX4" fmla="*/ 345306 w 345306"/>
              <a:gd name="connsiteY4" fmla="*/ 193377 h 241722"/>
              <a:gd name="connisteX5" fmla="*/ 296963 w 345306"/>
              <a:gd name="connsiteY5" fmla="*/ 241722 h 241722"/>
              <a:gd name="connisteX6" fmla="*/ 48342 w 345306"/>
              <a:gd name="connsiteY6" fmla="*/ 241722 h 241722"/>
              <a:gd name="connisteX7" fmla="*/ 0 w 345306"/>
              <a:gd name="connsiteY7" fmla="*/ 193377 h 241722"/>
              <a:gd name="connisteX8" fmla="*/ 0 w 345306"/>
              <a:gd name="connsiteY8" fmla="*/ 48344 h 2417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345306" h="241722">
                <a:moveTo>
                  <a:pt x="0" y="48344"/>
                </a:moveTo>
                <a:cubicBezTo>
                  <a:pt x="0" y="21645"/>
                  <a:pt x="21644" y="0"/>
                  <a:pt x="48343" y="0"/>
                </a:cubicBezTo>
                <a:lnTo>
                  <a:pt x="296963" y="0"/>
                </a:lnTo>
                <a:cubicBezTo>
                  <a:pt x="323662" y="0"/>
                  <a:pt x="345306" y="21645"/>
                  <a:pt x="345306" y="48344"/>
                </a:cubicBezTo>
                <a:lnTo>
                  <a:pt x="345306" y="193378"/>
                </a:lnTo>
                <a:cubicBezTo>
                  <a:pt x="345306" y="220078"/>
                  <a:pt x="323662" y="241722"/>
                  <a:pt x="296963" y="241722"/>
                </a:cubicBezTo>
                <a:lnTo>
                  <a:pt x="48343" y="241722"/>
                </a:lnTo>
                <a:cubicBezTo>
                  <a:pt x="21644" y="241722"/>
                  <a:pt x="0" y="220078"/>
                  <a:pt x="0" y="193378"/>
                </a:cubicBezTo>
                <a:lnTo>
                  <a:pt x="0" y="48344"/>
                </a:lnTo>
                <a:close/>
              </a:path>
            </a:pathLst>
          </a:custGeom>
          <a:solidFill>
            <a:srgbClr val="EAF7FC"/>
          </a:solidFill>
          <a:ln w="6906" cap="flat">
            <a:solidFill>
              <a:srgbClr val="418CF4"/>
            </a:solidFill>
            <a:custDash/>
            <a:miter/>
          </a:ln>
        </p:spPr>
        <p:txBody>
          <a:bodyPr/>
          <a:p>
            <a:endParaRPr lang="en-US" altLang="zh-CN" sz="3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3" name="立方体 612"/>
          <p:cNvSpPr/>
          <p:nvPr/>
        </p:nvSpPr>
        <p:spPr>
          <a:xfrm>
            <a:off x="10193655" y="2945765"/>
            <a:ext cx="224790" cy="208280"/>
          </a:xfrm>
          <a:prstGeom prst="cube">
            <a:avLst>
              <a:gd name="adj" fmla="val 36630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6" name="立方体 625"/>
          <p:cNvSpPr/>
          <p:nvPr/>
        </p:nvSpPr>
        <p:spPr>
          <a:xfrm>
            <a:off x="8839835" y="1757680"/>
            <a:ext cx="196850" cy="772795"/>
          </a:xfrm>
          <a:prstGeom prst="cube">
            <a:avLst>
              <a:gd name="adj" fmla="val 39677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4" name="立方体 623"/>
          <p:cNvSpPr/>
          <p:nvPr/>
        </p:nvSpPr>
        <p:spPr>
          <a:xfrm>
            <a:off x="8989060" y="1959610"/>
            <a:ext cx="234315" cy="570865"/>
          </a:xfrm>
          <a:prstGeom prst="cube">
            <a:avLst>
              <a:gd name="adj" fmla="val 39566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6" name="立方体 635"/>
          <p:cNvSpPr/>
          <p:nvPr/>
        </p:nvSpPr>
        <p:spPr>
          <a:xfrm>
            <a:off x="9146540" y="2033270"/>
            <a:ext cx="150495" cy="497840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0" name="立方体 619"/>
          <p:cNvSpPr/>
          <p:nvPr/>
        </p:nvSpPr>
        <p:spPr>
          <a:xfrm>
            <a:off x="9217025" y="2082800"/>
            <a:ext cx="234315" cy="447675"/>
          </a:xfrm>
          <a:prstGeom prst="cube">
            <a:avLst>
              <a:gd name="adj" fmla="val 39566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1" name="立方体 620"/>
          <p:cNvSpPr/>
          <p:nvPr/>
        </p:nvSpPr>
        <p:spPr>
          <a:xfrm>
            <a:off x="9378315" y="2185670"/>
            <a:ext cx="150495" cy="344805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7" name="立方体 616"/>
          <p:cNvSpPr/>
          <p:nvPr/>
        </p:nvSpPr>
        <p:spPr>
          <a:xfrm>
            <a:off x="9463405" y="2205990"/>
            <a:ext cx="207010" cy="324485"/>
          </a:xfrm>
          <a:prstGeom prst="cube">
            <a:avLst>
              <a:gd name="adj" fmla="val 45398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4" name="立方体 613"/>
          <p:cNvSpPr/>
          <p:nvPr/>
        </p:nvSpPr>
        <p:spPr>
          <a:xfrm>
            <a:off x="9608185" y="2310130"/>
            <a:ext cx="102870" cy="220345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8" name="立方体 617"/>
          <p:cNvSpPr/>
          <p:nvPr/>
        </p:nvSpPr>
        <p:spPr>
          <a:xfrm>
            <a:off x="9670415" y="2379345"/>
            <a:ext cx="76200" cy="151130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2" name="立方体 641"/>
          <p:cNvSpPr/>
          <p:nvPr/>
        </p:nvSpPr>
        <p:spPr>
          <a:xfrm flipH="1">
            <a:off x="11035665" y="1757680"/>
            <a:ext cx="196850" cy="772795"/>
          </a:xfrm>
          <a:prstGeom prst="cube">
            <a:avLst>
              <a:gd name="adj" fmla="val 39677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3" name="立方体 642"/>
          <p:cNvSpPr/>
          <p:nvPr/>
        </p:nvSpPr>
        <p:spPr>
          <a:xfrm flipH="1">
            <a:off x="10848975" y="1959610"/>
            <a:ext cx="234315" cy="570865"/>
          </a:xfrm>
          <a:prstGeom prst="cube">
            <a:avLst>
              <a:gd name="adj" fmla="val 39566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4" name="立方体 643"/>
          <p:cNvSpPr/>
          <p:nvPr/>
        </p:nvSpPr>
        <p:spPr>
          <a:xfrm flipH="1">
            <a:off x="10775315" y="2033270"/>
            <a:ext cx="150495" cy="497840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5" name="立方体 644"/>
          <p:cNvSpPr/>
          <p:nvPr/>
        </p:nvSpPr>
        <p:spPr>
          <a:xfrm flipH="1">
            <a:off x="10621010" y="2082800"/>
            <a:ext cx="234315" cy="447675"/>
          </a:xfrm>
          <a:prstGeom prst="cube">
            <a:avLst>
              <a:gd name="adj" fmla="val 39566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6" name="立方体 645"/>
          <p:cNvSpPr/>
          <p:nvPr/>
        </p:nvSpPr>
        <p:spPr>
          <a:xfrm flipH="1">
            <a:off x="10543540" y="2185670"/>
            <a:ext cx="150495" cy="344805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7" name="立方体 646"/>
          <p:cNvSpPr/>
          <p:nvPr/>
        </p:nvSpPr>
        <p:spPr>
          <a:xfrm flipH="1">
            <a:off x="10401935" y="2205990"/>
            <a:ext cx="207010" cy="324485"/>
          </a:xfrm>
          <a:prstGeom prst="cube">
            <a:avLst>
              <a:gd name="adj" fmla="val 45398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8" name="立方体 647"/>
          <p:cNvSpPr/>
          <p:nvPr/>
        </p:nvSpPr>
        <p:spPr>
          <a:xfrm flipH="1">
            <a:off x="10361295" y="2310130"/>
            <a:ext cx="102870" cy="220345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9" name="立方体 648"/>
          <p:cNvSpPr/>
          <p:nvPr/>
        </p:nvSpPr>
        <p:spPr>
          <a:xfrm flipH="1">
            <a:off x="10325735" y="2379345"/>
            <a:ext cx="76200" cy="151130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2" name="梯形 651"/>
          <p:cNvSpPr/>
          <p:nvPr/>
        </p:nvSpPr>
        <p:spPr>
          <a:xfrm>
            <a:off x="9735185" y="2400935"/>
            <a:ext cx="616585" cy="55880"/>
          </a:xfrm>
          <a:prstGeom prst="trapezoid">
            <a:avLst>
              <a:gd name="adj" fmla="val 78151"/>
            </a:avLst>
          </a:prstGeom>
          <a:solidFill>
            <a:srgbClr val="C8DEFF"/>
          </a:solidFill>
          <a:ln w="5588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4" name="矩形 653"/>
          <p:cNvSpPr/>
          <p:nvPr/>
        </p:nvSpPr>
        <p:spPr>
          <a:xfrm>
            <a:off x="9735185" y="2456815"/>
            <a:ext cx="617220" cy="74295"/>
          </a:xfrm>
          <a:prstGeom prst="rect">
            <a:avLst/>
          </a:prstGeom>
          <a:solidFill>
            <a:srgbClr val="A1C4F5"/>
          </a:solidFill>
          <a:ln w="5588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60" name="曲线连接符 659"/>
          <p:cNvCxnSpPr/>
          <p:nvPr/>
        </p:nvCxnSpPr>
        <p:spPr>
          <a:xfrm rot="16200000" flipH="1">
            <a:off x="10036175" y="1426845"/>
            <a:ext cx="3175" cy="1311910"/>
          </a:xfrm>
          <a:prstGeom prst="curvedConnector3">
            <a:avLst>
              <a:gd name="adj1" fmla="val -4410000"/>
            </a:avLst>
          </a:prstGeom>
          <a:ln w="12700" cmpd="sng">
            <a:solidFill>
              <a:schemeClr val="bg1">
                <a:lumMod val="50000"/>
              </a:schemeClr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62" name="任意多边形 661"/>
          <p:cNvSpPr/>
          <p:nvPr/>
        </p:nvSpPr>
        <p:spPr>
          <a:xfrm>
            <a:off x="9599930" y="2075180"/>
            <a:ext cx="904240" cy="153035"/>
          </a:xfrm>
          <a:custGeom>
            <a:avLst/>
            <a:gdLst>
              <a:gd name="connisteX0" fmla="*/ 0 w 904244"/>
              <a:gd name="connsiteY0" fmla="*/ 144780 h 153264"/>
              <a:gd name="connisteX1" fmla="*/ 144780 w 904244"/>
              <a:gd name="connsiteY1" fmla="*/ 19050 h 153264"/>
              <a:gd name="connisteX2" fmla="*/ 750570 w 904244"/>
              <a:gd name="connsiteY2" fmla="*/ 19050 h 153264"/>
              <a:gd name="connisteX3" fmla="*/ 891540 w 904244"/>
              <a:gd name="connsiteY3" fmla="*/ 144780 h 153264"/>
              <a:gd name="connisteX4" fmla="*/ 891540 w 904244"/>
              <a:gd name="connsiteY4" fmla="*/ 144780 h 153264"/>
              <a:gd name="connisteX5" fmla="*/ 883920 w 904244"/>
              <a:gd name="connsiteY5" fmla="*/ 224790 h 15326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904245" h="153264">
                <a:moveTo>
                  <a:pt x="0" y="144780"/>
                </a:moveTo>
                <a:cubicBezTo>
                  <a:pt x="17145" y="119380"/>
                  <a:pt x="-5080" y="44450"/>
                  <a:pt x="144780" y="19050"/>
                </a:cubicBezTo>
                <a:cubicBezTo>
                  <a:pt x="294640" y="-6350"/>
                  <a:pt x="601345" y="-6350"/>
                  <a:pt x="750570" y="19050"/>
                </a:cubicBezTo>
                <a:cubicBezTo>
                  <a:pt x="899795" y="44450"/>
                  <a:pt x="863600" y="119380"/>
                  <a:pt x="891540" y="144780"/>
                </a:cubicBezTo>
                <a:cubicBezTo>
                  <a:pt x="919480" y="170180"/>
                  <a:pt x="892810" y="128905"/>
                  <a:pt x="891540" y="14478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prstDash val="dash"/>
            <a:round/>
            <a:headEnd type="triangle" w="sm" len="med"/>
            <a:tailEnd type="triangle" w="sm" len="me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68" name="直接箭头连接符 667"/>
          <p:cNvCxnSpPr/>
          <p:nvPr/>
        </p:nvCxnSpPr>
        <p:spPr>
          <a:xfrm>
            <a:off x="7158990" y="2870835"/>
            <a:ext cx="214630" cy="254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1" name="文本框 670"/>
          <p:cNvSpPr txBox="1"/>
          <p:nvPr/>
        </p:nvSpPr>
        <p:spPr>
          <a:xfrm>
            <a:off x="6614795" y="903605"/>
            <a:ext cx="82804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state history</a:t>
            </a:r>
            <a:endParaRPr lang="en-US" altLang="zh-CN" sz="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76" name="文本框 675"/>
          <p:cNvSpPr txBox="1"/>
          <p:nvPr/>
        </p:nvSpPr>
        <p:spPr>
          <a:xfrm>
            <a:off x="6579235" y="2317750"/>
            <a:ext cx="828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</a:rPr>
              <a:t>Point Cloud history</a:t>
            </a:r>
            <a:endParaRPr lang="en-US" altLang="zh-CN" sz="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78" name="任意多边形 677"/>
          <p:cNvSpPr/>
          <p:nvPr/>
        </p:nvSpPr>
        <p:spPr>
          <a:xfrm>
            <a:off x="8305800" y="1803400"/>
            <a:ext cx="434340" cy="759460"/>
          </a:xfrm>
          <a:custGeom>
            <a:avLst/>
            <a:gdLst>
              <a:gd name="connisteX0" fmla="*/ 0 w 138122"/>
              <a:gd name="connsiteY0" fmla="*/ 60775 h 759697"/>
              <a:gd name="connisteX1" fmla="*/ 62155 w 138122"/>
              <a:gd name="connsiteY1" fmla="*/ 0 h 759697"/>
              <a:gd name="connisteX2" fmla="*/ 75967 w 138122"/>
              <a:gd name="connsiteY2" fmla="*/ 0 h 759697"/>
              <a:gd name="connisteX3" fmla="*/ 138122 w 138122"/>
              <a:gd name="connsiteY3" fmla="*/ 60775 h 759697"/>
              <a:gd name="connisteX4" fmla="*/ 138122 w 138122"/>
              <a:gd name="connsiteY4" fmla="*/ 698922 h 759697"/>
              <a:gd name="connisteX5" fmla="*/ 75967 w 138122"/>
              <a:gd name="connsiteY5" fmla="*/ 759697 h 759697"/>
              <a:gd name="connisteX6" fmla="*/ 62155 w 138122"/>
              <a:gd name="connsiteY6" fmla="*/ 759697 h 759697"/>
              <a:gd name="connisteX7" fmla="*/ 0 w 138122"/>
              <a:gd name="connsiteY7" fmla="*/ 698922 h 759697"/>
              <a:gd name="connisteX8" fmla="*/ 0 w 138122"/>
              <a:gd name="connsiteY8" fmla="*/ 60775 h 7596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38123" h="759698">
                <a:moveTo>
                  <a:pt x="0" y="60776"/>
                </a:moveTo>
                <a:cubicBezTo>
                  <a:pt x="0" y="27210"/>
                  <a:pt x="27828" y="0"/>
                  <a:pt x="62155" y="0"/>
                </a:cubicBezTo>
                <a:lnTo>
                  <a:pt x="75967" y="0"/>
                </a:lnTo>
                <a:cubicBezTo>
                  <a:pt x="110295" y="0"/>
                  <a:pt x="138123" y="27210"/>
                  <a:pt x="138123" y="60776"/>
                </a:cubicBezTo>
                <a:lnTo>
                  <a:pt x="138123" y="698922"/>
                </a:lnTo>
                <a:cubicBezTo>
                  <a:pt x="138123" y="732488"/>
                  <a:pt x="110295" y="759698"/>
                  <a:pt x="75967" y="759698"/>
                </a:cubicBezTo>
                <a:lnTo>
                  <a:pt x="62155" y="759698"/>
                </a:lnTo>
                <a:cubicBezTo>
                  <a:pt x="27828" y="759698"/>
                  <a:pt x="0" y="732488"/>
                  <a:pt x="0" y="698922"/>
                </a:cubicBezTo>
                <a:lnTo>
                  <a:pt x="0" y="60776"/>
                </a:lnTo>
                <a:close/>
              </a:path>
            </a:pathLst>
          </a:custGeom>
          <a:solidFill>
            <a:srgbClr val="DBED9E"/>
          </a:solidFill>
          <a:ln w="6906" cap="flat">
            <a:solidFill>
              <a:srgbClr val="9DAF32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677" name="文本框 676"/>
          <p:cNvSpPr txBox="1"/>
          <p:nvPr/>
        </p:nvSpPr>
        <p:spPr>
          <a:xfrm>
            <a:off x="8246110" y="1950720"/>
            <a:ext cx="621665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00" b="1">
                <a:latin typeface="Times New Roman" panose="02020603050405020304" charset="0"/>
                <a:cs typeface="Times New Roman" panose="02020603050405020304" charset="0"/>
              </a:rPr>
              <a:t>Encoding Condition</a:t>
            </a:r>
            <a:endParaRPr lang="en-US" altLang="zh-CN" sz="7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sz="900" b="1">
                <a:latin typeface="Times New Roman" panose="02020603050405020304" charset="0"/>
                <a:cs typeface="Times New Roman" panose="02020603050405020304" charset="0"/>
              </a:rPr>
              <a:t>  576-D</a:t>
            </a:r>
            <a:endParaRPr lang="en-US" altLang="zh-CN" sz="9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80" name="曲线连接符 679"/>
          <p:cNvCxnSpPr/>
          <p:nvPr/>
        </p:nvCxnSpPr>
        <p:spPr>
          <a:xfrm rot="16200000" flipH="1">
            <a:off x="10036175" y="1075690"/>
            <a:ext cx="3175" cy="1767840"/>
          </a:xfrm>
          <a:prstGeom prst="curvedConnector3">
            <a:avLst>
              <a:gd name="adj1" fmla="val -5750000"/>
            </a:avLst>
          </a:prstGeom>
          <a:ln w="12700" cmpd="sng">
            <a:solidFill>
              <a:schemeClr val="bg1">
                <a:lumMod val="50000"/>
              </a:schemeClr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1" name="文本框 680"/>
          <p:cNvSpPr txBox="1"/>
          <p:nvPr/>
        </p:nvSpPr>
        <p:spPr>
          <a:xfrm>
            <a:off x="6729730" y="1148715"/>
            <a:ext cx="4184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s(τ-2</a:t>
            </a: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82" name="文本框 681"/>
          <p:cNvSpPr txBox="1"/>
          <p:nvPr/>
        </p:nvSpPr>
        <p:spPr>
          <a:xfrm>
            <a:off x="6729730" y="1400175"/>
            <a:ext cx="4184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s(τ-1</a:t>
            </a: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83" name="文本框 682"/>
          <p:cNvSpPr txBox="1"/>
          <p:nvPr/>
        </p:nvSpPr>
        <p:spPr>
          <a:xfrm>
            <a:off x="6769735" y="1659890"/>
            <a:ext cx="4184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s(τ</a:t>
            </a: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688" name="肘形连接符 687"/>
          <p:cNvCxnSpPr/>
          <p:nvPr/>
        </p:nvCxnSpPr>
        <p:spPr>
          <a:xfrm>
            <a:off x="7059295" y="1256030"/>
            <a:ext cx="3175" cy="251460"/>
          </a:xfrm>
          <a:prstGeom prst="bentConnector3">
            <a:avLst>
              <a:gd name="adj1" fmla="val 5180000"/>
            </a:avLst>
          </a:prstGeom>
          <a:ln w="158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9" name="肘形连接符 688"/>
          <p:cNvCxnSpPr/>
          <p:nvPr/>
        </p:nvCxnSpPr>
        <p:spPr>
          <a:xfrm>
            <a:off x="7059295" y="1507490"/>
            <a:ext cx="3175" cy="251460"/>
          </a:xfrm>
          <a:prstGeom prst="bentConnector3">
            <a:avLst>
              <a:gd name="adj1" fmla="val 5180000"/>
            </a:avLst>
          </a:prstGeom>
          <a:ln w="158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1" name="直接箭头连接符 690"/>
          <p:cNvCxnSpPr/>
          <p:nvPr/>
        </p:nvCxnSpPr>
        <p:spPr>
          <a:xfrm>
            <a:off x="7068820" y="1504315"/>
            <a:ext cx="285750" cy="0"/>
          </a:xfrm>
          <a:prstGeom prst="straightConnector1">
            <a:avLst/>
          </a:prstGeom>
          <a:ln w="15875">
            <a:tailEnd type="triangle" w="sm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2" name="文本框 691"/>
          <p:cNvSpPr txBox="1"/>
          <p:nvPr/>
        </p:nvSpPr>
        <p:spPr>
          <a:xfrm>
            <a:off x="9106535" y="3364230"/>
            <a:ext cx="938530" cy="221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50">
                <a:latin typeface="Times New Roman" panose="02020603050405020304" charset="0"/>
                <a:cs typeface="Times New Roman" panose="02020603050405020304" charset="0"/>
                <a:sym typeface="+mn-ea"/>
              </a:rPr>
              <a:t>DDIM transition</a:t>
            </a:r>
            <a:endParaRPr lang="en-US" altLang="zh-CN" sz="85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93" name="文本框 692"/>
          <p:cNvSpPr txBox="1"/>
          <p:nvPr/>
        </p:nvSpPr>
        <p:spPr>
          <a:xfrm>
            <a:off x="8246745" y="3358515"/>
            <a:ext cx="789940" cy="221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50">
                <a:latin typeface="Times New Roman" panose="02020603050405020304" charset="0"/>
                <a:cs typeface="Times New Roman" panose="02020603050405020304" charset="0"/>
                <a:sym typeface="+mn-ea"/>
              </a:rPr>
              <a:t>X</a:t>
            </a:r>
            <a:r>
              <a:rPr lang="en-US" altLang="zh-CN" sz="85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0</a:t>
            </a:r>
            <a:r>
              <a:rPr lang="en-US" altLang="zh-CN" sz="850">
                <a:latin typeface="Times New Roman" panose="02020603050405020304" charset="0"/>
                <a:cs typeface="Times New Roman" panose="02020603050405020304" charset="0"/>
                <a:sym typeface="+mn-ea"/>
              </a:rPr>
              <a:t> prediction</a:t>
            </a:r>
            <a:endParaRPr lang="en-US" altLang="zh-CN" sz="85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702" name="肘形连接符 701"/>
          <p:cNvCxnSpPr/>
          <p:nvPr/>
        </p:nvCxnSpPr>
        <p:spPr>
          <a:xfrm rot="5400000" flipV="1">
            <a:off x="10718800" y="4010025"/>
            <a:ext cx="1236980" cy="13970"/>
          </a:xfrm>
          <a:prstGeom prst="bentConnector4">
            <a:avLst>
              <a:gd name="adj1" fmla="val 513"/>
              <a:gd name="adj2" fmla="val 1559090"/>
            </a:avLst>
          </a:prstGeom>
          <a:ln w="25400"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15" name="组合 714"/>
          <p:cNvGrpSpPr/>
          <p:nvPr/>
        </p:nvGrpSpPr>
        <p:grpSpPr>
          <a:xfrm>
            <a:off x="447040" y="504825"/>
            <a:ext cx="3418840" cy="3376930"/>
            <a:chOff x="866" y="795"/>
            <a:chExt cx="5384" cy="5318"/>
          </a:xfrm>
        </p:grpSpPr>
        <p:sp>
          <p:nvSpPr>
            <p:cNvPr id="11" name="任意多边形 10"/>
            <p:cNvSpPr/>
            <p:nvPr/>
          </p:nvSpPr>
          <p:spPr>
            <a:xfrm>
              <a:off x="866" y="795"/>
              <a:ext cx="5384" cy="5318"/>
            </a:xfrm>
            <a:custGeom>
              <a:avLst/>
              <a:gdLst>
                <a:gd name="connisteX0" fmla="*/ 0 w 3418532"/>
                <a:gd name="connsiteY0" fmla="*/ 168860 h 3377202"/>
                <a:gd name="connisteX1" fmla="*/ 170926 w 3418532"/>
                <a:gd name="connsiteY1" fmla="*/ 0 h 3377202"/>
                <a:gd name="connisteX2" fmla="*/ 3247605 w 3418532"/>
                <a:gd name="connsiteY2" fmla="*/ 0 h 3377202"/>
                <a:gd name="connisteX3" fmla="*/ 3418532 w 3418532"/>
                <a:gd name="connsiteY3" fmla="*/ 168860 h 3377202"/>
                <a:gd name="connisteX4" fmla="*/ 3418532 w 3418532"/>
                <a:gd name="connsiteY4" fmla="*/ 3208342 h 3377202"/>
                <a:gd name="connisteX5" fmla="*/ 3247605 w 3418532"/>
                <a:gd name="connsiteY5" fmla="*/ 3377202 h 3377202"/>
                <a:gd name="connisteX6" fmla="*/ 170926 w 3418532"/>
                <a:gd name="connsiteY6" fmla="*/ 3377202 h 3377202"/>
                <a:gd name="connisteX7" fmla="*/ 0 w 3418532"/>
                <a:gd name="connsiteY7" fmla="*/ 3208342 h 3377202"/>
                <a:gd name="connisteX8" fmla="*/ 0 w 3418532"/>
                <a:gd name="connsiteY8" fmla="*/ 168860 h 337720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3418532" h="3377202">
                  <a:moveTo>
                    <a:pt x="0" y="168860"/>
                  </a:moveTo>
                  <a:cubicBezTo>
                    <a:pt x="0" y="75601"/>
                    <a:pt x="76526" y="0"/>
                    <a:pt x="170927" y="0"/>
                  </a:cubicBezTo>
                  <a:lnTo>
                    <a:pt x="3247606" y="0"/>
                  </a:lnTo>
                  <a:cubicBezTo>
                    <a:pt x="3342006" y="0"/>
                    <a:pt x="3418532" y="75601"/>
                    <a:pt x="3418532" y="168860"/>
                  </a:cubicBezTo>
                  <a:lnTo>
                    <a:pt x="3418532" y="3208342"/>
                  </a:lnTo>
                  <a:cubicBezTo>
                    <a:pt x="3418532" y="3301601"/>
                    <a:pt x="3342006" y="3377202"/>
                    <a:pt x="3247606" y="3377202"/>
                  </a:cubicBezTo>
                  <a:lnTo>
                    <a:pt x="170927" y="3377202"/>
                  </a:lnTo>
                  <a:cubicBezTo>
                    <a:pt x="76526" y="3377202"/>
                    <a:pt x="0" y="3301601"/>
                    <a:pt x="0" y="3208342"/>
                  </a:cubicBezTo>
                  <a:lnTo>
                    <a:pt x="0" y="168860"/>
                  </a:lnTo>
                  <a:close/>
                </a:path>
              </a:pathLst>
            </a:custGeom>
            <a:gradFill>
              <a:gsLst>
                <a:gs pos="0">
                  <a:srgbClr val="EDF7F3">
                    <a:alpha val="100000"/>
                  </a:srgbClr>
                </a:gs>
                <a:gs pos="100000">
                  <a:srgbClr val="E8F2EE">
                    <a:alpha val="100000"/>
                  </a:srgbClr>
                </a:gs>
              </a:gsLst>
              <a:lin ang="5400000" scaled="0"/>
            </a:gradFill>
            <a:ln w="13812" cap="flat">
              <a:solidFill>
                <a:srgbClr val="74AA9D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1062" y="871"/>
              <a:ext cx="4949" cy="381"/>
            </a:xfrm>
            <a:custGeom>
              <a:avLst/>
              <a:gdLst>
                <a:gd name="connisteX0" fmla="*/ 0 w 3142287"/>
                <a:gd name="connsiteY0" fmla="*/ 0 h 241722"/>
                <a:gd name="connisteX1" fmla="*/ 3142287 w 3142287"/>
                <a:gd name="connsiteY1" fmla="*/ 0 h 241722"/>
                <a:gd name="connisteX2" fmla="*/ 3142287 w 3142287"/>
                <a:gd name="connsiteY2" fmla="*/ 241722 h 241722"/>
                <a:gd name="connisteX3" fmla="*/ 0 w 3142287"/>
                <a:gd name="connsiteY3" fmla="*/ 241722 h 241722"/>
                <a:gd name="connisteX4" fmla="*/ 0 w 3142287"/>
                <a:gd name="connsiteY4" fmla="*/ 0 h 2417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142287" h="241722">
                  <a:moveTo>
                    <a:pt x="0" y="0"/>
                  </a:moveTo>
                  <a:lnTo>
                    <a:pt x="3142287" y="0"/>
                  </a:lnTo>
                  <a:lnTo>
                    <a:pt x="3142287" y="241722"/>
                  </a:lnTo>
                  <a:lnTo>
                    <a:pt x="0" y="24172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051" y="871"/>
              <a:ext cx="4970" cy="487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15" name="任意多边形 14"/>
            <p:cNvSpPr/>
            <p:nvPr/>
          </p:nvSpPr>
          <p:spPr>
            <a:xfrm>
              <a:off x="1002" y="1344"/>
              <a:ext cx="2404" cy="2208"/>
            </a:xfrm>
            <a:custGeom>
              <a:avLst/>
              <a:gdLst>
                <a:gd name="connisteX0" fmla="*/ 0 w 1526253"/>
                <a:gd name="connsiteY0" fmla="*/ 77109 h 1401987"/>
                <a:gd name="connisteX1" fmla="*/ 76312 w 1526253"/>
                <a:gd name="connsiteY1" fmla="*/ 0 h 1401987"/>
                <a:gd name="connisteX2" fmla="*/ 1449941 w 1526253"/>
                <a:gd name="connsiteY2" fmla="*/ 0 h 1401987"/>
                <a:gd name="connisteX3" fmla="*/ 1526253 w 1526253"/>
                <a:gd name="connsiteY3" fmla="*/ 77109 h 1401987"/>
                <a:gd name="connisteX4" fmla="*/ 1526253 w 1526253"/>
                <a:gd name="connsiteY4" fmla="*/ 1324878 h 1401987"/>
                <a:gd name="connisteX5" fmla="*/ 1449941 w 1526253"/>
                <a:gd name="connsiteY5" fmla="*/ 1401987 h 1401987"/>
                <a:gd name="connisteX6" fmla="*/ 76312 w 1526253"/>
                <a:gd name="connsiteY6" fmla="*/ 1401987 h 1401987"/>
                <a:gd name="connisteX7" fmla="*/ 0 w 1526253"/>
                <a:gd name="connsiteY7" fmla="*/ 1324878 h 1401987"/>
                <a:gd name="connisteX8" fmla="*/ 0 w 1526253"/>
                <a:gd name="connsiteY8" fmla="*/ 77109 h 140198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526254" h="1401988">
                  <a:moveTo>
                    <a:pt x="0" y="77109"/>
                  </a:moveTo>
                  <a:cubicBezTo>
                    <a:pt x="0" y="34523"/>
                    <a:pt x="34166" y="0"/>
                    <a:pt x="76313" y="0"/>
                  </a:cubicBezTo>
                  <a:lnTo>
                    <a:pt x="1449941" y="0"/>
                  </a:lnTo>
                  <a:cubicBezTo>
                    <a:pt x="1492087" y="0"/>
                    <a:pt x="1526254" y="34523"/>
                    <a:pt x="1526254" y="77109"/>
                  </a:cubicBezTo>
                  <a:lnTo>
                    <a:pt x="1526254" y="1324879"/>
                  </a:lnTo>
                  <a:cubicBezTo>
                    <a:pt x="1526254" y="1367465"/>
                    <a:pt x="1492087" y="1401988"/>
                    <a:pt x="1449941" y="1401988"/>
                  </a:cubicBezTo>
                  <a:lnTo>
                    <a:pt x="76313" y="1401988"/>
                  </a:lnTo>
                  <a:cubicBezTo>
                    <a:pt x="34166" y="1401988"/>
                    <a:pt x="0" y="1367465"/>
                    <a:pt x="0" y="1324879"/>
                  </a:cubicBezTo>
                  <a:lnTo>
                    <a:pt x="0" y="77109"/>
                  </a:lnTo>
                  <a:close/>
                </a:path>
              </a:pathLst>
            </a:custGeom>
            <a:solidFill>
              <a:srgbClr val="F6FCFA"/>
            </a:solidFill>
            <a:ln w="5525" cap="flat">
              <a:solidFill>
                <a:srgbClr val="8BAEAC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3493" y="1344"/>
              <a:ext cx="2610" cy="2208"/>
            </a:xfrm>
            <a:custGeom>
              <a:avLst/>
              <a:gdLst>
                <a:gd name="connisteX0" fmla="*/ 0 w 1657470"/>
                <a:gd name="connsiteY0" fmla="*/ 77109 h 1401987"/>
                <a:gd name="connisteX1" fmla="*/ 82873 w 1657470"/>
                <a:gd name="connsiteY1" fmla="*/ 0 h 1401987"/>
                <a:gd name="connisteX2" fmla="*/ 1574596 w 1657470"/>
                <a:gd name="connsiteY2" fmla="*/ 0 h 1401987"/>
                <a:gd name="connisteX3" fmla="*/ 1657470 w 1657470"/>
                <a:gd name="connsiteY3" fmla="*/ 77109 h 1401987"/>
                <a:gd name="connisteX4" fmla="*/ 1657470 w 1657470"/>
                <a:gd name="connsiteY4" fmla="*/ 1324878 h 1401987"/>
                <a:gd name="connisteX5" fmla="*/ 1574596 w 1657470"/>
                <a:gd name="connsiteY5" fmla="*/ 1401987 h 1401987"/>
                <a:gd name="connisteX6" fmla="*/ 82873 w 1657470"/>
                <a:gd name="connsiteY6" fmla="*/ 1401987 h 1401987"/>
                <a:gd name="connisteX7" fmla="*/ 0 w 1657470"/>
                <a:gd name="connsiteY7" fmla="*/ 1324878 h 1401987"/>
                <a:gd name="connisteX8" fmla="*/ 0 w 1657470"/>
                <a:gd name="connsiteY8" fmla="*/ 77109 h 140198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657470" h="1401988">
                  <a:moveTo>
                    <a:pt x="0" y="77109"/>
                  </a:moveTo>
                  <a:cubicBezTo>
                    <a:pt x="0" y="34523"/>
                    <a:pt x="37104" y="0"/>
                    <a:pt x="82874" y="0"/>
                  </a:cubicBezTo>
                  <a:lnTo>
                    <a:pt x="1574597" y="0"/>
                  </a:lnTo>
                  <a:cubicBezTo>
                    <a:pt x="1620366" y="0"/>
                    <a:pt x="1657470" y="34523"/>
                    <a:pt x="1657470" y="77109"/>
                  </a:cubicBezTo>
                  <a:lnTo>
                    <a:pt x="1657470" y="1324879"/>
                  </a:lnTo>
                  <a:cubicBezTo>
                    <a:pt x="1657470" y="1367465"/>
                    <a:pt x="1620366" y="1401988"/>
                    <a:pt x="1574597" y="1401988"/>
                  </a:cubicBezTo>
                  <a:lnTo>
                    <a:pt x="82874" y="1401988"/>
                  </a:lnTo>
                  <a:cubicBezTo>
                    <a:pt x="37104" y="1401988"/>
                    <a:pt x="0" y="1367465"/>
                    <a:pt x="0" y="1324879"/>
                  </a:cubicBezTo>
                  <a:lnTo>
                    <a:pt x="0" y="77109"/>
                  </a:lnTo>
                  <a:close/>
                </a:path>
              </a:pathLst>
            </a:custGeom>
            <a:solidFill>
              <a:srgbClr val="F6FCFA"/>
            </a:solidFill>
            <a:ln w="5525" cap="flat">
              <a:solidFill>
                <a:srgbClr val="8BAEAC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1002" y="3650"/>
              <a:ext cx="2404" cy="2349"/>
            </a:xfrm>
            <a:custGeom>
              <a:avLst/>
              <a:gdLst>
                <a:gd name="connisteX0" fmla="*/ 0 w 1526253"/>
                <a:gd name="connsiteY0" fmla="*/ 82047 h 1491770"/>
                <a:gd name="connisteX1" fmla="*/ 76312 w 1526253"/>
                <a:gd name="connsiteY1" fmla="*/ 0 h 1491770"/>
                <a:gd name="connisteX2" fmla="*/ 1449941 w 1526253"/>
                <a:gd name="connsiteY2" fmla="*/ 0 h 1491770"/>
                <a:gd name="connisteX3" fmla="*/ 1526253 w 1526253"/>
                <a:gd name="connsiteY3" fmla="*/ 82047 h 1491770"/>
                <a:gd name="connisteX4" fmla="*/ 1526253 w 1526253"/>
                <a:gd name="connsiteY4" fmla="*/ 1409723 h 1491770"/>
                <a:gd name="connisteX5" fmla="*/ 1449941 w 1526253"/>
                <a:gd name="connsiteY5" fmla="*/ 1491770 h 1491770"/>
                <a:gd name="connisteX6" fmla="*/ 76312 w 1526253"/>
                <a:gd name="connsiteY6" fmla="*/ 1491770 h 1491770"/>
                <a:gd name="connisteX7" fmla="*/ 0 w 1526253"/>
                <a:gd name="connsiteY7" fmla="*/ 1409723 h 1491770"/>
                <a:gd name="connisteX8" fmla="*/ 0 w 1526253"/>
                <a:gd name="connsiteY8" fmla="*/ 82047 h 149177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526254" h="1491770">
                  <a:moveTo>
                    <a:pt x="0" y="82047"/>
                  </a:moveTo>
                  <a:cubicBezTo>
                    <a:pt x="0" y="36734"/>
                    <a:pt x="34166" y="0"/>
                    <a:pt x="76313" y="0"/>
                  </a:cubicBezTo>
                  <a:lnTo>
                    <a:pt x="1449941" y="0"/>
                  </a:lnTo>
                  <a:cubicBezTo>
                    <a:pt x="1492087" y="0"/>
                    <a:pt x="1526254" y="36734"/>
                    <a:pt x="1526254" y="82047"/>
                  </a:cubicBezTo>
                  <a:lnTo>
                    <a:pt x="1526254" y="1409723"/>
                  </a:lnTo>
                  <a:cubicBezTo>
                    <a:pt x="1526254" y="1455037"/>
                    <a:pt x="1492087" y="1491770"/>
                    <a:pt x="1449941" y="1491770"/>
                  </a:cubicBezTo>
                  <a:lnTo>
                    <a:pt x="76313" y="1491770"/>
                  </a:lnTo>
                  <a:cubicBezTo>
                    <a:pt x="34166" y="1491770"/>
                    <a:pt x="0" y="1455037"/>
                    <a:pt x="0" y="1409723"/>
                  </a:cubicBezTo>
                  <a:lnTo>
                    <a:pt x="0" y="82047"/>
                  </a:lnTo>
                  <a:close/>
                </a:path>
              </a:pathLst>
            </a:custGeom>
            <a:solidFill>
              <a:srgbClr val="F6FCFA"/>
            </a:solidFill>
            <a:ln w="5525" cap="flat">
              <a:solidFill>
                <a:srgbClr val="8BAEAC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3493" y="3650"/>
              <a:ext cx="2610" cy="2349"/>
            </a:xfrm>
            <a:custGeom>
              <a:avLst/>
              <a:gdLst>
                <a:gd name="connisteX0" fmla="*/ 0 w 1657470"/>
                <a:gd name="connsiteY0" fmla="*/ 82047 h 1491770"/>
                <a:gd name="connisteX1" fmla="*/ 82873 w 1657470"/>
                <a:gd name="connsiteY1" fmla="*/ 0 h 1491770"/>
                <a:gd name="connisteX2" fmla="*/ 1574596 w 1657470"/>
                <a:gd name="connsiteY2" fmla="*/ 0 h 1491770"/>
                <a:gd name="connisteX3" fmla="*/ 1657470 w 1657470"/>
                <a:gd name="connsiteY3" fmla="*/ 82047 h 1491770"/>
                <a:gd name="connisteX4" fmla="*/ 1657470 w 1657470"/>
                <a:gd name="connsiteY4" fmla="*/ 1409723 h 1491770"/>
                <a:gd name="connisteX5" fmla="*/ 1574596 w 1657470"/>
                <a:gd name="connsiteY5" fmla="*/ 1491770 h 1491770"/>
                <a:gd name="connisteX6" fmla="*/ 82873 w 1657470"/>
                <a:gd name="connsiteY6" fmla="*/ 1491770 h 1491770"/>
                <a:gd name="connisteX7" fmla="*/ 0 w 1657470"/>
                <a:gd name="connsiteY7" fmla="*/ 1409723 h 1491770"/>
                <a:gd name="connisteX8" fmla="*/ 0 w 1657470"/>
                <a:gd name="connsiteY8" fmla="*/ 82047 h 149177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657470" h="1491770">
                  <a:moveTo>
                    <a:pt x="0" y="82047"/>
                  </a:moveTo>
                  <a:cubicBezTo>
                    <a:pt x="0" y="36734"/>
                    <a:pt x="37104" y="0"/>
                    <a:pt x="82874" y="0"/>
                  </a:cubicBezTo>
                  <a:lnTo>
                    <a:pt x="1574597" y="0"/>
                  </a:lnTo>
                  <a:cubicBezTo>
                    <a:pt x="1620366" y="0"/>
                    <a:pt x="1657470" y="36734"/>
                    <a:pt x="1657470" y="82047"/>
                  </a:cubicBezTo>
                  <a:lnTo>
                    <a:pt x="1657470" y="1409723"/>
                  </a:lnTo>
                  <a:cubicBezTo>
                    <a:pt x="1657470" y="1455037"/>
                    <a:pt x="1620366" y="1491770"/>
                    <a:pt x="1574597" y="1491770"/>
                  </a:cubicBezTo>
                  <a:lnTo>
                    <a:pt x="82874" y="1491770"/>
                  </a:lnTo>
                  <a:cubicBezTo>
                    <a:pt x="37104" y="1491770"/>
                    <a:pt x="0" y="1455037"/>
                    <a:pt x="0" y="1409723"/>
                  </a:cubicBezTo>
                  <a:lnTo>
                    <a:pt x="0" y="82047"/>
                  </a:lnTo>
                  <a:close/>
                </a:path>
              </a:pathLst>
            </a:custGeom>
            <a:solidFill>
              <a:srgbClr val="F6FCFA"/>
            </a:solidFill>
            <a:ln w="5525" cap="flat">
              <a:solidFill>
                <a:srgbClr val="8BAEAC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1106" y="1709"/>
              <a:ext cx="2197" cy="1751"/>
            </a:xfrm>
            <a:custGeom>
              <a:avLst/>
              <a:gdLst>
                <a:gd name="connisteX0" fmla="*/ 0 w 1395037"/>
                <a:gd name="connsiteY0" fmla="*/ 77834 h 1111921"/>
                <a:gd name="connisteX1" fmla="*/ 76727 w 1395037"/>
                <a:gd name="connsiteY1" fmla="*/ 0 h 1111921"/>
                <a:gd name="connisteX2" fmla="*/ 1318310 w 1395037"/>
                <a:gd name="connsiteY2" fmla="*/ 0 h 1111921"/>
                <a:gd name="connisteX3" fmla="*/ 1395037 w 1395037"/>
                <a:gd name="connsiteY3" fmla="*/ 77834 h 1111921"/>
                <a:gd name="connisteX4" fmla="*/ 1395037 w 1395037"/>
                <a:gd name="connsiteY4" fmla="*/ 1034086 h 1111921"/>
                <a:gd name="connisteX5" fmla="*/ 1318310 w 1395037"/>
                <a:gd name="connsiteY5" fmla="*/ 1111921 h 1111921"/>
                <a:gd name="connisteX6" fmla="*/ 76727 w 1395037"/>
                <a:gd name="connsiteY6" fmla="*/ 1111921 h 1111921"/>
                <a:gd name="connisteX7" fmla="*/ 0 w 1395037"/>
                <a:gd name="connsiteY7" fmla="*/ 1034086 h 1111921"/>
                <a:gd name="connisteX8" fmla="*/ 0 w 1395037"/>
                <a:gd name="connsiteY8" fmla="*/ 77834 h 111192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395037" h="1111921">
                  <a:moveTo>
                    <a:pt x="0" y="77835"/>
                  </a:moveTo>
                  <a:cubicBezTo>
                    <a:pt x="0" y="34848"/>
                    <a:pt x="34352" y="0"/>
                    <a:pt x="76727" y="0"/>
                  </a:cubicBezTo>
                  <a:lnTo>
                    <a:pt x="1318310" y="0"/>
                  </a:lnTo>
                  <a:cubicBezTo>
                    <a:pt x="1360685" y="0"/>
                    <a:pt x="1395037" y="34848"/>
                    <a:pt x="1395037" y="77835"/>
                  </a:cubicBezTo>
                  <a:lnTo>
                    <a:pt x="1395037" y="1034087"/>
                  </a:lnTo>
                  <a:cubicBezTo>
                    <a:pt x="1395037" y="1077074"/>
                    <a:pt x="1360685" y="1111921"/>
                    <a:pt x="1318310" y="1111921"/>
                  </a:cubicBezTo>
                  <a:lnTo>
                    <a:pt x="76727" y="1111921"/>
                  </a:lnTo>
                  <a:cubicBezTo>
                    <a:pt x="34352" y="1111921"/>
                    <a:pt x="0" y="1077074"/>
                    <a:pt x="0" y="1034087"/>
                  </a:cubicBezTo>
                  <a:lnTo>
                    <a:pt x="0" y="778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3574" y="1698"/>
              <a:ext cx="2415" cy="1772"/>
            </a:xfrm>
            <a:custGeom>
              <a:avLst/>
              <a:gdLst>
                <a:gd name="connisteX0" fmla="*/ 0 w 1533159"/>
                <a:gd name="connsiteY0" fmla="*/ 78801 h 1125734"/>
                <a:gd name="connisteX1" fmla="*/ 76657 w 1533159"/>
                <a:gd name="connsiteY1" fmla="*/ 0 h 1125734"/>
                <a:gd name="connisteX2" fmla="*/ 1456501 w 1533159"/>
                <a:gd name="connsiteY2" fmla="*/ 0 h 1125734"/>
                <a:gd name="connisteX3" fmla="*/ 1533159 w 1533159"/>
                <a:gd name="connsiteY3" fmla="*/ 78801 h 1125734"/>
                <a:gd name="connisteX4" fmla="*/ 1533159 w 1533159"/>
                <a:gd name="connsiteY4" fmla="*/ 1046932 h 1125734"/>
                <a:gd name="connisteX5" fmla="*/ 1456501 w 1533159"/>
                <a:gd name="connsiteY5" fmla="*/ 1125734 h 1125734"/>
                <a:gd name="connisteX6" fmla="*/ 76657 w 1533159"/>
                <a:gd name="connsiteY6" fmla="*/ 1125734 h 1125734"/>
                <a:gd name="connisteX7" fmla="*/ 0 w 1533159"/>
                <a:gd name="connsiteY7" fmla="*/ 1046932 h 1125734"/>
                <a:gd name="connisteX8" fmla="*/ 0 w 1533159"/>
                <a:gd name="connsiteY8" fmla="*/ 78801 h 112573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533160" h="1125734">
                  <a:moveTo>
                    <a:pt x="0" y="78801"/>
                  </a:moveTo>
                  <a:cubicBezTo>
                    <a:pt x="0" y="35281"/>
                    <a:pt x="34321" y="0"/>
                    <a:pt x="76658" y="0"/>
                  </a:cubicBezTo>
                  <a:lnTo>
                    <a:pt x="1456502" y="0"/>
                  </a:lnTo>
                  <a:cubicBezTo>
                    <a:pt x="1498839" y="0"/>
                    <a:pt x="1533160" y="35281"/>
                    <a:pt x="1533160" y="78801"/>
                  </a:cubicBezTo>
                  <a:lnTo>
                    <a:pt x="1533160" y="1046933"/>
                  </a:lnTo>
                  <a:cubicBezTo>
                    <a:pt x="1533160" y="1090454"/>
                    <a:pt x="1498839" y="1125734"/>
                    <a:pt x="1456502" y="1125734"/>
                  </a:cubicBezTo>
                  <a:lnTo>
                    <a:pt x="76658" y="1125734"/>
                  </a:lnTo>
                  <a:cubicBezTo>
                    <a:pt x="34321" y="1125734"/>
                    <a:pt x="0" y="1090454"/>
                    <a:pt x="0" y="1046933"/>
                  </a:cubicBezTo>
                  <a:lnTo>
                    <a:pt x="0" y="788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1106" y="4047"/>
              <a:ext cx="2197" cy="1849"/>
            </a:xfrm>
            <a:custGeom>
              <a:avLst/>
              <a:gdLst>
                <a:gd name="connisteX0" fmla="*/ 0 w 1395037"/>
                <a:gd name="connsiteY0" fmla="*/ 82185 h 1174078"/>
                <a:gd name="connisteX1" fmla="*/ 76727 w 1395037"/>
                <a:gd name="connsiteY1" fmla="*/ 0 h 1174078"/>
                <a:gd name="connisteX2" fmla="*/ 1318310 w 1395037"/>
                <a:gd name="connsiteY2" fmla="*/ 0 h 1174078"/>
                <a:gd name="connisteX3" fmla="*/ 1395037 w 1395037"/>
                <a:gd name="connsiteY3" fmla="*/ 82185 h 1174078"/>
                <a:gd name="connisteX4" fmla="*/ 1395037 w 1395037"/>
                <a:gd name="connsiteY4" fmla="*/ 1091893 h 1174078"/>
                <a:gd name="connisteX5" fmla="*/ 1318310 w 1395037"/>
                <a:gd name="connsiteY5" fmla="*/ 1174078 h 1174078"/>
                <a:gd name="connisteX6" fmla="*/ 76727 w 1395037"/>
                <a:gd name="connsiteY6" fmla="*/ 1174078 h 1174078"/>
                <a:gd name="connisteX7" fmla="*/ 0 w 1395037"/>
                <a:gd name="connsiteY7" fmla="*/ 1091893 h 1174078"/>
                <a:gd name="connisteX8" fmla="*/ 0 w 1395037"/>
                <a:gd name="connsiteY8" fmla="*/ 82185 h 117407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395037" h="1174079">
                  <a:moveTo>
                    <a:pt x="0" y="82185"/>
                  </a:moveTo>
                  <a:cubicBezTo>
                    <a:pt x="0" y="36796"/>
                    <a:pt x="34352" y="0"/>
                    <a:pt x="76727" y="0"/>
                  </a:cubicBezTo>
                  <a:lnTo>
                    <a:pt x="1318310" y="0"/>
                  </a:lnTo>
                  <a:cubicBezTo>
                    <a:pt x="1360685" y="0"/>
                    <a:pt x="1395037" y="36796"/>
                    <a:pt x="1395037" y="82185"/>
                  </a:cubicBezTo>
                  <a:lnTo>
                    <a:pt x="1395037" y="1091893"/>
                  </a:lnTo>
                  <a:cubicBezTo>
                    <a:pt x="1395037" y="1137283"/>
                    <a:pt x="1360685" y="1174079"/>
                    <a:pt x="1318310" y="1174079"/>
                  </a:cubicBezTo>
                  <a:lnTo>
                    <a:pt x="76727" y="1174079"/>
                  </a:lnTo>
                  <a:cubicBezTo>
                    <a:pt x="34352" y="1174079"/>
                    <a:pt x="0" y="1137283"/>
                    <a:pt x="0" y="1091893"/>
                  </a:cubicBezTo>
                  <a:lnTo>
                    <a:pt x="0" y="82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3574" y="4036"/>
              <a:ext cx="2415" cy="1871"/>
            </a:xfrm>
            <a:custGeom>
              <a:avLst/>
              <a:gdLst>
                <a:gd name="connisteX0" fmla="*/ 0 w 1533159"/>
                <a:gd name="connsiteY0" fmla="*/ 77212 h 1187891"/>
                <a:gd name="connisteX1" fmla="*/ 76657 w 1533159"/>
                <a:gd name="connsiteY1" fmla="*/ 0 h 1187891"/>
                <a:gd name="connisteX2" fmla="*/ 1456501 w 1533159"/>
                <a:gd name="connsiteY2" fmla="*/ 0 h 1187891"/>
                <a:gd name="connisteX3" fmla="*/ 1533159 w 1533159"/>
                <a:gd name="connsiteY3" fmla="*/ 77212 h 1187891"/>
                <a:gd name="connisteX4" fmla="*/ 1533159 w 1533159"/>
                <a:gd name="connsiteY4" fmla="*/ 1110678 h 1187891"/>
                <a:gd name="connisteX5" fmla="*/ 1456501 w 1533159"/>
                <a:gd name="connsiteY5" fmla="*/ 1187891 h 1187891"/>
                <a:gd name="connisteX6" fmla="*/ 76657 w 1533159"/>
                <a:gd name="connsiteY6" fmla="*/ 1187891 h 1187891"/>
                <a:gd name="connisteX7" fmla="*/ 0 w 1533159"/>
                <a:gd name="connsiteY7" fmla="*/ 1110678 h 1187891"/>
                <a:gd name="connisteX8" fmla="*/ 0 w 1533159"/>
                <a:gd name="connsiteY8" fmla="*/ 77212 h 11878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533160" h="1187891">
                  <a:moveTo>
                    <a:pt x="0" y="77213"/>
                  </a:moveTo>
                  <a:cubicBezTo>
                    <a:pt x="0" y="34569"/>
                    <a:pt x="34321" y="0"/>
                    <a:pt x="76658" y="0"/>
                  </a:cubicBezTo>
                  <a:lnTo>
                    <a:pt x="1456502" y="0"/>
                  </a:lnTo>
                  <a:cubicBezTo>
                    <a:pt x="1498839" y="0"/>
                    <a:pt x="1533160" y="34569"/>
                    <a:pt x="1533160" y="77213"/>
                  </a:cubicBezTo>
                  <a:lnTo>
                    <a:pt x="1533160" y="1110678"/>
                  </a:lnTo>
                  <a:cubicBezTo>
                    <a:pt x="1533160" y="1153322"/>
                    <a:pt x="1498839" y="1187891"/>
                    <a:pt x="1456502" y="1187891"/>
                  </a:cubicBezTo>
                  <a:lnTo>
                    <a:pt x="76658" y="1187891"/>
                  </a:lnTo>
                  <a:cubicBezTo>
                    <a:pt x="34321" y="1187891"/>
                    <a:pt x="0" y="1153322"/>
                    <a:pt x="0" y="1110678"/>
                  </a:cubicBezTo>
                  <a:lnTo>
                    <a:pt x="0" y="772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1051" y="1382"/>
              <a:ext cx="2306" cy="294"/>
            </a:xfrm>
            <a:custGeom>
              <a:avLst/>
              <a:gdLst>
                <a:gd name="connisteX0" fmla="*/ 0 w 1464098"/>
                <a:gd name="connsiteY0" fmla="*/ 0 h 186471"/>
                <a:gd name="connisteX1" fmla="*/ 1464098 w 1464098"/>
                <a:gd name="connsiteY1" fmla="*/ 0 h 186471"/>
                <a:gd name="connisteX2" fmla="*/ 1464098 w 1464098"/>
                <a:gd name="connsiteY2" fmla="*/ 186471 h 186471"/>
                <a:gd name="connisteX3" fmla="*/ 0 w 1464098"/>
                <a:gd name="connsiteY3" fmla="*/ 186471 h 186471"/>
                <a:gd name="connisteX4" fmla="*/ 0 w 1464098"/>
                <a:gd name="connsiteY4" fmla="*/ 0 h 18647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4099" h="186471">
                  <a:moveTo>
                    <a:pt x="0" y="0"/>
                  </a:moveTo>
                  <a:lnTo>
                    <a:pt x="1464099" y="0"/>
                  </a:lnTo>
                  <a:lnTo>
                    <a:pt x="1464099" y="186471"/>
                  </a:lnTo>
                  <a:lnTo>
                    <a:pt x="0" y="186471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3520" y="1382"/>
              <a:ext cx="2545" cy="294"/>
            </a:xfrm>
            <a:custGeom>
              <a:avLst/>
              <a:gdLst>
                <a:gd name="connisteX0" fmla="*/ 0 w 1616033"/>
                <a:gd name="connsiteY0" fmla="*/ 0 h 186471"/>
                <a:gd name="connisteX1" fmla="*/ 1616033 w 1616033"/>
                <a:gd name="connsiteY1" fmla="*/ 0 h 186471"/>
                <a:gd name="connisteX2" fmla="*/ 1616033 w 1616033"/>
                <a:gd name="connsiteY2" fmla="*/ 186471 h 186471"/>
                <a:gd name="connisteX3" fmla="*/ 0 w 1616033"/>
                <a:gd name="connsiteY3" fmla="*/ 186471 h 186471"/>
                <a:gd name="connisteX4" fmla="*/ 0 w 1616033"/>
                <a:gd name="connsiteY4" fmla="*/ 0 h 18647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616033" h="186471">
                  <a:moveTo>
                    <a:pt x="0" y="0"/>
                  </a:moveTo>
                  <a:lnTo>
                    <a:pt x="1616033" y="0"/>
                  </a:lnTo>
                  <a:lnTo>
                    <a:pt x="1616033" y="186471"/>
                  </a:lnTo>
                  <a:lnTo>
                    <a:pt x="0" y="186471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3509" y="1409"/>
              <a:ext cx="2567" cy="28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29" name="任意多边形 28"/>
            <p:cNvSpPr/>
            <p:nvPr/>
          </p:nvSpPr>
          <p:spPr>
            <a:xfrm>
              <a:off x="1040" y="3710"/>
              <a:ext cx="2317" cy="283"/>
            </a:xfrm>
            <a:custGeom>
              <a:avLst/>
              <a:gdLst>
                <a:gd name="connisteX0" fmla="*/ 0 w 1471004"/>
                <a:gd name="connsiteY0" fmla="*/ 0 h 179564"/>
                <a:gd name="connisteX1" fmla="*/ 1471004 w 1471004"/>
                <a:gd name="connsiteY1" fmla="*/ 0 h 179564"/>
                <a:gd name="connisteX2" fmla="*/ 1471004 w 1471004"/>
                <a:gd name="connsiteY2" fmla="*/ 179564 h 179564"/>
                <a:gd name="connisteX3" fmla="*/ 0 w 1471004"/>
                <a:gd name="connsiteY3" fmla="*/ 179564 h 179564"/>
                <a:gd name="connisteX4" fmla="*/ 0 w 1471004"/>
                <a:gd name="connsiteY4" fmla="*/ 0 h 17956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71005" h="179565">
                  <a:moveTo>
                    <a:pt x="0" y="0"/>
                  </a:moveTo>
                  <a:lnTo>
                    <a:pt x="1471005" y="0"/>
                  </a:lnTo>
                  <a:lnTo>
                    <a:pt x="1471005" y="179565"/>
                  </a:lnTo>
                  <a:lnTo>
                    <a:pt x="0" y="179565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32" name="任意多边形 31"/>
            <p:cNvSpPr/>
            <p:nvPr/>
          </p:nvSpPr>
          <p:spPr>
            <a:xfrm>
              <a:off x="3520" y="3710"/>
              <a:ext cx="2545" cy="283"/>
            </a:xfrm>
            <a:custGeom>
              <a:avLst/>
              <a:gdLst>
                <a:gd name="connisteX0" fmla="*/ 0 w 1616033"/>
                <a:gd name="connsiteY0" fmla="*/ 0 h 179564"/>
                <a:gd name="connisteX1" fmla="*/ 1616033 w 1616033"/>
                <a:gd name="connsiteY1" fmla="*/ 0 h 179564"/>
                <a:gd name="connisteX2" fmla="*/ 1616033 w 1616033"/>
                <a:gd name="connsiteY2" fmla="*/ 179564 h 179564"/>
                <a:gd name="connisteX3" fmla="*/ 0 w 1616033"/>
                <a:gd name="connsiteY3" fmla="*/ 179564 h 179564"/>
                <a:gd name="connisteX4" fmla="*/ 0 w 1616033"/>
                <a:gd name="connsiteY4" fmla="*/ 0 h 17956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616033" h="179565">
                  <a:moveTo>
                    <a:pt x="0" y="0"/>
                  </a:moveTo>
                  <a:lnTo>
                    <a:pt x="1616033" y="0"/>
                  </a:lnTo>
                  <a:lnTo>
                    <a:pt x="1616033" y="179565"/>
                  </a:lnTo>
                  <a:lnTo>
                    <a:pt x="0" y="179565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3509" y="3732"/>
              <a:ext cx="2567" cy="30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5" name="任意多边形 54"/>
            <p:cNvSpPr/>
            <p:nvPr/>
          </p:nvSpPr>
          <p:spPr>
            <a:xfrm>
              <a:off x="4471" y="2230"/>
              <a:ext cx="985" cy="518"/>
            </a:xfrm>
            <a:custGeom>
              <a:avLst/>
              <a:gdLst>
                <a:gd name="connisteX0" fmla="*/ 625487 w 625487"/>
                <a:gd name="connsiteY0" fmla="*/ 0 h 329156"/>
                <a:gd name="connisteX1" fmla="*/ 0 w 625487"/>
                <a:gd name="connsiteY1" fmla="*/ 329156 h 32915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625488" h="329156">
                  <a:moveTo>
                    <a:pt x="625488" y="0"/>
                  </a:moveTo>
                  <a:lnTo>
                    <a:pt x="0" y="329156"/>
                  </a:lnTo>
                </a:path>
              </a:pathLst>
            </a:custGeom>
            <a:noFill/>
            <a:ln w="15884" cap="flat">
              <a:solidFill>
                <a:srgbClr val="1684FF"/>
              </a:solidFill>
              <a:custDash>
                <a:ds d="300000" sp="300000"/>
              </a:custDash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4391" y="2708"/>
              <a:ext cx="101" cy="82"/>
            </a:xfrm>
            <a:custGeom>
              <a:avLst/>
              <a:gdLst>
                <a:gd name="connisteX0" fmla="*/ 0 w 64088"/>
                <a:gd name="connsiteY0" fmla="*/ 52073 h 52073"/>
                <a:gd name="connisteX1" fmla="*/ 37362 w 64088"/>
                <a:gd name="connsiteY1" fmla="*/ 0 h 52073"/>
                <a:gd name="connisteX2" fmla="*/ 64088 w 64088"/>
                <a:gd name="connsiteY2" fmla="*/ 50692 h 52073"/>
                <a:gd name="connisteX3" fmla="*/ 0 w 64088"/>
                <a:gd name="connsiteY3" fmla="*/ 52073 h 5207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64089" h="52074">
                  <a:moveTo>
                    <a:pt x="0" y="52074"/>
                  </a:moveTo>
                  <a:lnTo>
                    <a:pt x="37362" y="0"/>
                  </a:lnTo>
                  <a:lnTo>
                    <a:pt x="64089" y="50693"/>
                  </a:lnTo>
                  <a:lnTo>
                    <a:pt x="0" y="52074"/>
                  </a:lnTo>
                  <a:close/>
                </a:path>
              </a:pathLst>
            </a:custGeom>
            <a:solidFill>
              <a:srgbClr val="1684FF"/>
            </a:solidFill>
            <a:ln w="15884" cap="flat">
              <a:solidFill>
                <a:srgbClr val="1684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4510" y="2188"/>
              <a:ext cx="544" cy="316"/>
            </a:xfrm>
            <a:custGeom>
              <a:avLst/>
              <a:gdLst>
                <a:gd name="connisteX0" fmla="*/ 0 w 345306"/>
                <a:gd name="connsiteY0" fmla="*/ 0 h 200283"/>
                <a:gd name="connisteX1" fmla="*/ 345306 w 345306"/>
                <a:gd name="connsiteY1" fmla="*/ 0 h 200283"/>
                <a:gd name="connisteX2" fmla="*/ 345306 w 345306"/>
                <a:gd name="connsiteY2" fmla="*/ 200283 h 200283"/>
                <a:gd name="connisteX3" fmla="*/ 0 w 345306"/>
                <a:gd name="connsiteY3" fmla="*/ 200283 h 200283"/>
                <a:gd name="connisteX4" fmla="*/ 0 w 345306"/>
                <a:gd name="connsiteY4" fmla="*/ 0 h 20028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45306" h="200284">
                  <a:moveTo>
                    <a:pt x="0" y="0"/>
                  </a:moveTo>
                  <a:lnTo>
                    <a:pt x="345306" y="0"/>
                  </a:lnTo>
                  <a:lnTo>
                    <a:pt x="345306" y="200284"/>
                  </a:lnTo>
                  <a:lnTo>
                    <a:pt x="0" y="20028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499" y="2171"/>
              <a:ext cx="565" cy="435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61" name="任意多边形 60"/>
            <p:cNvSpPr/>
            <p:nvPr/>
          </p:nvSpPr>
          <p:spPr>
            <a:xfrm>
              <a:off x="4771" y="2938"/>
              <a:ext cx="1087" cy="380"/>
            </a:xfrm>
            <a:custGeom>
              <a:avLst/>
              <a:gdLst>
                <a:gd name="connisteX0" fmla="*/ 0 w 690612"/>
                <a:gd name="connsiteY0" fmla="*/ 0 h 241722"/>
                <a:gd name="connisteX1" fmla="*/ 690612 w 690612"/>
                <a:gd name="connsiteY1" fmla="*/ 0 h 241722"/>
                <a:gd name="connisteX2" fmla="*/ 690612 w 690612"/>
                <a:gd name="connsiteY2" fmla="*/ 241722 h 241722"/>
                <a:gd name="connisteX3" fmla="*/ 0 w 690612"/>
                <a:gd name="connsiteY3" fmla="*/ 241722 h 241722"/>
                <a:gd name="connisteX4" fmla="*/ 0 w 690612"/>
                <a:gd name="connsiteY4" fmla="*/ 0 h 2417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90613" h="241722">
                  <a:moveTo>
                    <a:pt x="0" y="0"/>
                  </a:moveTo>
                  <a:lnTo>
                    <a:pt x="690613" y="0"/>
                  </a:lnTo>
                  <a:lnTo>
                    <a:pt x="690613" y="241722"/>
                  </a:lnTo>
                  <a:lnTo>
                    <a:pt x="0" y="24172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760" y="2965"/>
              <a:ext cx="1109" cy="410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64" name="任意多边形 63"/>
            <p:cNvSpPr/>
            <p:nvPr/>
          </p:nvSpPr>
          <p:spPr>
            <a:xfrm>
              <a:off x="4156" y="2747"/>
              <a:ext cx="229" cy="229"/>
            </a:xfrm>
            <a:custGeom>
              <a:avLst/>
              <a:gdLst>
                <a:gd name="connisteX0" fmla="*/ 145028 w 145028"/>
                <a:gd name="connsiteY0" fmla="*/ 72516 h 145033"/>
                <a:gd name="connisteX1" fmla="*/ 72514 w 145028"/>
                <a:gd name="connsiteY1" fmla="*/ 145033 h 145033"/>
                <a:gd name="connisteX2" fmla="*/ 0 w 145028"/>
                <a:gd name="connsiteY2" fmla="*/ 72516 h 145033"/>
                <a:gd name="connisteX3" fmla="*/ 72514 w 145028"/>
                <a:gd name="connsiteY3" fmla="*/ 0 h 145033"/>
                <a:gd name="connisteX4" fmla="*/ 145028 w 145028"/>
                <a:gd name="connsiteY4" fmla="*/ 72516 h 14503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5029" h="145033">
                  <a:moveTo>
                    <a:pt x="145029" y="72517"/>
                  </a:moveTo>
                  <a:cubicBezTo>
                    <a:pt x="145029" y="112566"/>
                    <a:pt x="112563" y="145033"/>
                    <a:pt x="72514" y="145033"/>
                  </a:cubicBezTo>
                  <a:cubicBezTo>
                    <a:pt x="32466" y="145033"/>
                    <a:pt x="0" y="112566"/>
                    <a:pt x="0" y="72517"/>
                  </a:cubicBezTo>
                  <a:cubicBezTo>
                    <a:pt x="0" y="32467"/>
                    <a:pt x="32466" y="0"/>
                    <a:pt x="72514" y="0"/>
                  </a:cubicBezTo>
                  <a:cubicBezTo>
                    <a:pt x="112563" y="0"/>
                    <a:pt x="145029" y="32467"/>
                    <a:pt x="145029" y="72517"/>
                  </a:cubicBezTo>
                  <a:close/>
                </a:path>
              </a:pathLst>
            </a:custGeom>
            <a:solidFill>
              <a:srgbClr val="F99537"/>
            </a:solidFill>
            <a:ln w="6906" cap="flat">
              <a:solidFill>
                <a:srgbClr val="DE8131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4009" y="2481"/>
              <a:ext cx="653" cy="261"/>
            </a:xfrm>
            <a:custGeom>
              <a:avLst/>
              <a:gdLst>
                <a:gd name="connisteX0" fmla="*/ 0 w 414367"/>
                <a:gd name="connsiteY0" fmla="*/ 0 h 165752"/>
                <a:gd name="connisteX1" fmla="*/ 414367 w 414367"/>
                <a:gd name="connsiteY1" fmla="*/ 0 h 165752"/>
                <a:gd name="connisteX2" fmla="*/ 414367 w 414367"/>
                <a:gd name="connsiteY2" fmla="*/ 165752 h 165752"/>
                <a:gd name="connisteX3" fmla="*/ 0 w 414367"/>
                <a:gd name="connsiteY3" fmla="*/ 165752 h 165752"/>
                <a:gd name="connisteX4" fmla="*/ 0 w 414367"/>
                <a:gd name="connsiteY4" fmla="*/ 0 h 1657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14368" h="165752">
                  <a:moveTo>
                    <a:pt x="0" y="0"/>
                  </a:moveTo>
                  <a:lnTo>
                    <a:pt x="414368" y="0"/>
                  </a:lnTo>
                  <a:lnTo>
                    <a:pt x="414368" y="165752"/>
                  </a:lnTo>
                  <a:lnTo>
                    <a:pt x="0" y="16575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66" name="图片 65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3999" y="2492"/>
              <a:ext cx="674" cy="30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68" name="任意多边形 67"/>
            <p:cNvSpPr/>
            <p:nvPr/>
          </p:nvSpPr>
          <p:spPr>
            <a:xfrm>
              <a:off x="2302" y="4036"/>
              <a:ext cx="196" cy="261"/>
            </a:xfrm>
            <a:custGeom>
              <a:avLst/>
              <a:gdLst>
                <a:gd name="connisteX0" fmla="*/ 0 w 124310"/>
                <a:gd name="connsiteY0" fmla="*/ 0 h 165752"/>
                <a:gd name="connisteX1" fmla="*/ 124310 w 124310"/>
                <a:gd name="connsiteY1" fmla="*/ 0 h 165752"/>
                <a:gd name="connisteX2" fmla="*/ 124310 w 124310"/>
                <a:gd name="connsiteY2" fmla="*/ 165752 h 165752"/>
                <a:gd name="connisteX3" fmla="*/ 0 w 124310"/>
                <a:gd name="connsiteY3" fmla="*/ 165752 h 165752"/>
                <a:gd name="connisteX4" fmla="*/ 0 w 124310"/>
                <a:gd name="connsiteY4" fmla="*/ 0 h 1657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24310" h="165752">
                  <a:moveTo>
                    <a:pt x="0" y="0"/>
                  </a:moveTo>
                  <a:lnTo>
                    <a:pt x="124310" y="0"/>
                  </a:lnTo>
                  <a:lnTo>
                    <a:pt x="124310" y="165752"/>
                  </a:lnTo>
                  <a:lnTo>
                    <a:pt x="0" y="16575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69" name="图片 68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2291" y="4052"/>
              <a:ext cx="218" cy="28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71" name="任意多边形 70"/>
            <p:cNvSpPr/>
            <p:nvPr/>
          </p:nvSpPr>
          <p:spPr>
            <a:xfrm>
              <a:off x="2715" y="5136"/>
              <a:ext cx="218" cy="261"/>
            </a:xfrm>
            <a:custGeom>
              <a:avLst/>
              <a:gdLst>
                <a:gd name="connisteX0" fmla="*/ 0 w 138122"/>
                <a:gd name="connsiteY0" fmla="*/ 0 h 165752"/>
                <a:gd name="connisteX1" fmla="*/ 138122 w 138122"/>
                <a:gd name="connsiteY1" fmla="*/ 0 h 165752"/>
                <a:gd name="connisteX2" fmla="*/ 138122 w 138122"/>
                <a:gd name="connsiteY2" fmla="*/ 165752 h 165752"/>
                <a:gd name="connisteX3" fmla="*/ 0 w 138122"/>
                <a:gd name="connsiteY3" fmla="*/ 165752 h 165752"/>
                <a:gd name="connisteX4" fmla="*/ 0 w 138122"/>
                <a:gd name="connsiteY4" fmla="*/ 0 h 1657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38123" h="165752">
                  <a:moveTo>
                    <a:pt x="0" y="0"/>
                  </a:moveTo>
                  <a:lnTo>
                    <a:pt x="138123" y="0"/>
                  </a:lnTo>
                  <a:lnTo>
                    <a:pt x="138123" y="165752"/>
                  </a:lnTo>
                  <a:lnTo>
                    <a:pt x="0" y="16575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72" name="图片 71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2704" y="5151"/>
              <a:ext cx="240" cy="288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74" name="任意多边形 73"/>
            <p:cNvSpPr/>
            <p:nvPr/>
          </p:nvSpPr>
          <p:spPr>
            <a:xfrm>
              <a:off x="1584" y="5200"/>
              <a:ext cx="218" cy="261"/>
            </a:xfrm>
            <a:custGeom>
              <a:avLst/>
              <a:gdLst>
                <a:gd name="connisteX0" fmla="*/ 0 w 138122"/>
                <a:gd name="connsiteY0" fmla="*/ 0 h 165752"/>
                <a:gd name="connisteX1" fmla="*/ 138122 w 138122"/>
                <a:gd name="connsiteY1" fmla="*/ 0 h 165752"/>
                <a:gd name="connisteX2" fmla="*/ 138122 w 138122"/>
                <a:gd name="connsiteY2" fmla="*/ 165752 h 165752"/>
                <a:gd name="connisteX3" fmla="*/ 0 w 138122"/>
                <a:gd name="connsiteY3" fmla="*/ 165752 h 165752"/>
                <a:gd name="connisteX4" fmla="*/ 0 w 138122"/>
                <a:gd name="connsiteY4" fmla="*/ 0 h 1657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38123" h="165752">
                  <a:moveTo>
                    <a:pt x="0" y="0"/>
                  </a:moveTo>
                  <a:lnTo>
                    <a:pt x="138123" y="0"/>
                  </a:lnTo>
                  <a:lnTo>
                    <a:pt x="138123" y="165752"/>
                  </a:lnTo>
                  <a:lnTo>
                    <a:pt x="0" y="16575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75" name="图片 74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573" y="5216"/>
              <a:ext cx="240" cy="288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77" name="任意多边形 76"/>
            <p:cNvSpPr/>
            <p:nvPr/>
          </p:nvSpPr>
          <p:spPr>
            <a:xfrm>
              <a:off x="1127" y="5504"/>
              <a:ext cx="2176" cy="370"/>
            </a:xfrm>
            <a:custGeom>
              <a:avLst/>
              <a:gdLst>
                <a:gd name="connisteX0" fmla="*/ 0 w 1381225"/>
                <a:gd name="connsiteY0" fmla="*/ 0 h 234815"/>
                <a:gd name="connisteX1" fmla="*/ 1381225 w 1381225"/>
                <a:gd name="connsiteY1" fmla="*/ 0 h 234815"/>
                <a:gd name="connisteX2" fmla="*/ 1381225 w 1381225"/>
                <a:gd name="connsiteY2" fmla="*/ 234815 h 234815"/>
                <a:gd name="connisteX3" fmla="*/ 0 w 1381225"/>
                <a:gd name="connsiteY3" fmla="*/ 234815 h 234815"/>
                <a:gd name="connisteX4" fmla="*/ 0 w 1381225"/>
                <a:gd name="connsiteY4" fmla="*/ 0 h 23481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381225" h="234816">
                  <a:moveTo>
                    <a:pt x="0" y="0"/>
                  </a:moveTo>
                  <a:lnTo>
                    <a:pt x="1381225" y="0"/>
                  </a:lnTo>
                  <a:lnTo>
                    <a:pt x="1381225" y="234816"/>
                  </a:lnTo>
                  <a:lnTo>
                    <a:pt x="0" y="234816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78" name="图片 77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117" y="5564"/>
              <a:ext cx="2196" cy="31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80" name="任意多边形 79"/>
            <p:cNvSpPr/>
            <p:nvPr/>
          </p:nvSpPr>
          <p:spPr>
            <a:xfrm>
              <a:off x="4009" y="5635"/>
              <a:ext cx="762" cy="239"/>
            </a:xfrm>
            <a:custGeom>
              <a:avLst/>
              <a:gdLst>
                <a:gd name="connisteX0" fmla="*/ 0 w 483428"/>
                <a:gd name="connsiteY0" fmla="*/ 0 h 151939"/>
                <a:gd name="connisteX1" fmla="*/ 483428 w 483428"/>
                <a:gd name="connsiteY1" fmla="*/ 0 h 151939"/>
                <a:gd name="connisteX2" fmla="*/ 483428 w 483428"/>
                <a:gd name="connsiteY2" fmla="*/ 151939 h 151939"/>
                <a:gd name="connisteX3" fmla="*/ 0 w 483428"/>
                <a:gd name="connsiteY3" fmla="*/ 151939 h 151939"/>
                <a:gd name="connisteX4" fmla="*/ 0 w 483428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83429" h="151940">
                  <a:moveTo>
                    <a:pt x="0" y="0"/>
                  </a:moveTo>
                  <a:lnTo>
                    <a:pt x="483429" y="0"/>
                  </a:lnTo>
                  <a:lnTo>
                    <a:pt x="483429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81" name="图片 80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3999" y="5651"/>
              <a:ext cx="783" cy="264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83" name="任意多边形 82"/>
            <p:cNvSpPr/>
            <p:nvPr/>
          </p:nvSpPr>
          <p:spPr>
            <a:xfrm>
              <a:off x="4847" y="5363"/>
              <a:ext cx="761" cy="239"/>
            </a:xfrm>
            <a:custGeom>
              <a:avLst/>
              <a:gdLst>
                <a:gd name="connisteX0" fmla="*/ 0 w 483428"/>
                <a:gd name="connsiteY0" fmla="*/ 0 h 151939"/>
                <a:gd name="connisteX1" fmla="*/ 483428 w 483428"/>
                <a:gd name="connsiteY1" fmla="*/ 0 h 151939"/>
                <a:gd name="connisteX2" fmla="*/ 483428 w 483428"/>
                <a:gd name="connsiteY2" fmla="*/ 151939 h 151939"/>
                <a:gd name="connisteX3" fmla="*/ 0 w 483428"/>
                <a:gd name="connsiteY3" fmla="*/ 151939 h 151939"/>
                <a:gd name="connisteX4" fmla="*/ 0 w 483428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83429" h="151940">
                  <a:moveTo>
                    <a:pt x="0" y="0"/>
                  </a:moveTo>
                  <a:lnTo>
                    <a:pt x="483429" y="0"/>
                  </a:lnTo>
                  <a:lnTo>
                    <a:pt x="483429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86" name="任意多边形 85"/>
            <p:cNvSpPr/>
            <p:nvPr/>
          </p:nvSpPr>
          <p:spPr>
            <a:xfrm>
              <a:off x="5489" y="5156"/>
              <a:ext cx="435" cy="240"/>
            </a:xfrm>
            <a:custGeom>
              <a:avLst/>
              <a:gdLst>
                <a:gd name="connisteX0" fmla="*/ 0 w 276245"/>
                <a:gd name="connsiteY0" fmla="*/ 0 h 151939"/>
                <a:gd name="connisteX1" fmla="*/ 276245 w 276245"/>
                <a:gd name="connsiteY1" fmla="*/ 0 h 151939"/>
                <a:gd name="connisteX2" fmla="*/ 276245 w 276245"/>
                <a:gd name="connsiteY2" fmla="*/ 151939 h 151939"/>
                <a:gd name="connisteX3" fmla="*/ 0 w 276245"/>
                <a:gd name="connsiteY3" fmla="*/ 151939 h 151939"/>
                <a:gd name="connisteX4" fmla="*/ 0 w 276245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76245" h="151940">
                  <a:moveTo>
                    <a:pt x="0" y="0"/>
                  </a:moveTo>
                  <a:lnTo>
                    <a:pt x="276245" y="0"/>
                  </a:lnTo>
                  <a:lnTo>
                    <a:pt x="276245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596" name="任意多边形 595"/>
            <p:cNvSpPr/>
            <p:nvPr/>
          </p:nvSpPr>
          <p:spPr>
            <a:xfrm>
              <a:off x="2269" y="4321"/>
              <a:ext cx="0" cy="618"/>
            </a:xfrm>
            <a:custGeom>
              <a:avLst/>
              <a:gdLst>
                <a:gd name="connisteX0" fmla="*/ 0 w 0"/>
                <a:gd name="connsiteY0" fmla="*/ 392004 h 392004"/>
                <a:gd name="connisteX1" fmla="*/ 0 w 0"/>
                <a:gd name="connsiteY1" fmla="*/ 0 h 39200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392004">
                  <a:moveTo>
                    <a:pt x="0" y="392004"/>
                  </a:moveTo>
                  <a:lnTo>
                    <a:pt x="0" y="0"/>
                  </a:lnTo>
                </a:path>
              </a:pathLst>
            </a:custGeom>
            <a:noFill/>
            <a:ln w="13812" cap="flat">
              <a:solidFill>
                <a:srgbClr val="4288F3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7" name="任意多边形 596"/>
            <p:cNvSpPr/>
            <p:nvPr/>
          </p:nvSpPr>
          <p:spPr>
            <a:xfrm>
              <a:off x="2226" y="4234"/>
              <a:ext cx="87" cy="87"/>
            </a:xfrm>
            <a:custGeom>
              <a:avLst/>
              <a:gdLst>
                <a:gd name="connisteX0" fmla="*/ 27624 w 55249"/>
                <a:gd name="connsiteY0" fmla="*/ 0 h 55250"/>
                <a:gd name="connisteX1" fmla="*/ 55249 w 55249"/>
                <a:gd name="connsiteY1" fmla="*/ 55250 h 55250"/>
                <a:gd name="connisteX2" fmla="*/ 0 w 55249"/>
                <a:gd name="connsiteY2" fmla="*/ 55250 h 55250"/>
                <a:gd name="connisteX3" fmla="*/ 27624 w 55249"/>
                <a:gd name="connsiteY3" fmla="*/ 0 h 552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55249" h="55251">
                  <a:moveTo>
                    <a:pt x="27625" y="0"/>
                  </a:moveTo>
                  <a:lnTo>
                    <a:pt x="55249" y="55251"/>
                  </a:lnTo>
                  <a:lnTo>
                    <a:pt x="0" y="55251"/>
                  </a:lnTo>
                  <a:lnTo>
                    <a:pt x="27625" y="0"/>
                  </a:lnTo>
                  <a:close/>
                </a:path>
              </a:pathLst>
            </a:custGeom>
            <a:solidFill>
              <a:srgbClr val="4288F3"/>
            </a:solidFill>
            <a:ln w="13812" cap="flat">
              <a:solidFill>
                <a:srgbClr val="4288F3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9" name="任意多边形 598"/>
            <p:cNvSpPr/>
            <p:nvPr/>
          </p:nvSpPr>
          <p:spPr>
            <a:xfrm>
              <a:off x="1893" y="4928"/>
              <a:ext cx="387" cy="273"/>
            </a:xfrm>
            <a:custGeom>
              <a:avLst/>
              <a:gdLst>
                <a:gd name="connisteX0" fmla="*/ 246065 w 246065"/>
                <a:gd name="connsiteY0" fmla="*/ 0 h 173349"/>
                <a:gd name="connisteX1" fmla="*/ 0 w 246065"/>
                <a:gd name="connsiteY1" fmla="*/ 173349 h 1733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46065" h="173349">
                  <a:moveTo>
                    <a:pt x="246065" y="0"/>
                  </a:moveTo>
                  <a:lnTo>
                    <a:pt x="0" y="173349"/>
                  </a:lnTo>
                </a:path>
              </a:pathLst>
            </a:custGeom>
            <a:noFill/>
            <a:ln w="13812" cap="flat">
              <a:solidFill>
                <a:srgbClr val="F3212D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0" name="任意多边形 599"/>
            <p:cNvSpPr/>
            <p:nvPr/>
          </p:nvSpPr>
          <p:spPr>
            <a:xfrm>
              <a:off x="1822" y="5165"/>
              <a:ext cx="96" cy="86"/>
            </a:xfrm>
            <a:custGeom>
              <a:avLst/>
              <a:gdLst>
                <a:gd name="connisteX0" fmla="*/ 0 w 61050"/>
                <a:gd name="connsiteY0" fmla="*/ 54421 h 54421"/>
                <a:gd name="connisteX1" fmla="*/ 29212 w 61050"/>
                <a:gd name="connsiteY1" fmla="*/ 0 h 54421"/>
                <a:gd name="connisteX2" fmla="*/ 61050 w 61050"/>
                <a:gd name="connsiteY2" fmla="*/ 45167 h 54421"/>
                <a:gd name="connisteX3" fmla="*/ 0 w 61050"/>
                <a:gd name="connsiteY3" fmla="*/ 54421 h 5442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61050" h="54422">
                  <a:moveTo>
                    <a:pt x="0" y="54422"/>
                  </a:moveTo>
                  <a:lnTo>
                    <a:pt x="29213" y="0"/>
                  </a:lnTo>
                  <a:lnTo>
                    <a:pt x="61050" y="45167"/>
                  </a:lnTo>
                  <a:lnTo>
                    <a:pt x="0" y="54422"/>
                  </a:lnTo>
                  <a:close/>
                </a:path>
              </a:pathLst>
            </a:custGeom>
            <a:solidFill>
              <a:srgbClr val="F3212D"/>
            </a:solidFill>
            <a:ln w="13812" cap="flat">
              <a:solidFill>
                <a:srgbClr val="F3212D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2" name="任意多边形 601"/>
            <p:cNvSpPr/>
            <p:nvPr/>
          </p:nvSpPr>
          <p:spPr>
            <a:xfrm>
              <a:off x="2280" y="4939"/>
              <a:ext cx="340" cy="205"/>
            </a:xfrm>
            <a:custGeom>
              <a:avLst/>
              <a:gdLst>
                <a:gd name="connisteX0" fmla="*/ 0 w 215747"/>
                <a:gd name="connsiteY0" fmla="*/ 0 h 130184"/>
                <a:gd name="connisteX1" fmla="*/ 215747 w 215747"/>
                <a:gd name="connsiteY1" fmla="*/ 130184 h 13018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15747" h="130185">
                  <a:moveTo>
                    <a:pt x="0" y="0"/>
                  </a:moveTo>
                  <a:lnTo>
                    <a:pt x="215747" y="130185"/>
                  </a:lnTo>
                </a:path>
              </a:pathLst>
            </a:custGeom>
            <a:noFill/>
            <a:ln w="13812" cap="flat">
              <a:solidFill>
                <a:srgbClr val="08983D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3" name="任意多边形 602"/>
            <p:cNvSpPr/>
            <p:nvPr/>
          </p:nvSpPr>
          <p:spPr>
            <a:xfrm>
              <a:off x="2597" y="5106"/>
              <a:ext cx="97" cy="83"/>
            </a:xfrm>
            <a:custGeom>
              <a:avLst/>
              <a:gdLst>
                <a:gd name="connisteX0" fmla="*/ 61602 w 61602"/>
                <a:gd name="connsiteY0" fmla="*/ 52211 h 52211"/>
                <a:gd name="connisteX1" fmla="*/ 0 w 61602"/>
                <a:gd name="connsiteY1" fmla="*/ 47308 h 52211"/>
                <a:gd name="connisteX2" fmla="*/ 28522 w 61602"/>
                <a:gd name="connsiteY2" fmla="*/ 0 h 52211"/>
                <a:gd name="connisteX3" fmla="*/ 61602 w 61602"/>
                <a:gd name="connsiteY3" fmla="*/ 52211 h 5221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61603" h="52212">
                  <a:moveTo>
                    <a:pt x="61603" y="52212"/>
                  </a:moveTo>
                  <a:lnTo>
                    <a:pt x="0" y="47308"/>
                  </a:lnTo>
                  <a:lnTo>
                    <a:pt x="28522" y="0"/>
                  </a:lnTo>
                  <a:lnTo>
                    <a:pt x="61603" y="52212"/>
                  </a:lnTo>
                  <a:close/>
                </a:path>
              </a:pathLst>
            </a:custGeom>
            <a:solidFill>
              <a:srgbClr val="08983D"/>
            </a:solidFill>
            <a:ln w="13812" cap="flat">
              <a:solidFill>
                <a:srgbClr val="08983D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5" name="任意多边形 604"/>
            <p:cNvSpPr/>
            <p:nvPr/>
          </p:nvSpPr>
          <p:spPr>
            <a:xfrm>
              <a:off x="5396" y="1859"/>
              <a:ext cx="0" cy="377"/>
            </a:xfrm>
            <a:custGeom>
              <a:avLst/>
              <a:gdLst>
                <a:gd name="connisteX0" fmla="*/ 0 w 0"/>
                <a:gd name="connsiteY0" fmla="*/ 239650 h 239650"/>
                <a:gd name="connisteX1" fmla="*/ 0 w 0"/>
                <a:gd name="connsiteY1" fmla="*/ 0 h 2396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239650">
                  <a:moveTo>
                    <a:pt x="0" y="239650"/>
                  </a:moveTo>
                  <a:lnTo>
                    <a:pt x="0" y="0"/>
                  </a:lnTo>
                </a:path>
              </a:pathLst>
            </a:custGeom>
            <a:noFill/>
            <a:ln w="17266" cap="flat">
              <a:solidFill>
                <a:srgbClr val="1379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6" name="任意多边形 605"/>
            <p:cNvSpPr/>
            <p:nvPr/>
          </p:nvSpPr>
          <p:spPr>
            <a:xfrm>
              <a:off x="5350" y="1766"/>
              <a:ext cx="92" cy="93"/>
            </a:xfrm>
            <a:custGeom>
              <a:avLst/>
              <a:gdLst>
                <a:gd name="connisteX0" fmla="*/ 29351 w 58702"/>
                <a:gd name="connsiteY0" fmla="*/ 0 h 58703"/>
                <a:gd name="connisteX1" fmla="*/ 58702 w 58702"/>
                <a:gd name="connsiteY1" fmla="*/ 58703 h 58703"/>
                <a:gd name="connisteX2" fmla="*/ 0 w 58702"/>
                <a:gd name="connsiteY2" fmla="*/ 58703 h 58703"/>
                <a:gd name="connisteX3" fmla="*/ 29351 w 58702"/>
                <a:gd name="connsiteY3" fmla="*/ 0 h 5870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58702" h="58704">
                  <a:moveTo>
                    <a:pt x="29351" y="0"/>
                  </a:moveTo>
                  <a:lnTo>
                    <a:pt x="58702" y="58704"/>
                  </a:lnTo>
                  <a:lnTo>
                    <a:pt x="0" y="58704"/>
                  </a:lnTo>
                  <a:lnTo>
                    <a:pt x="29351" y="0"/>
                  </a:lnTo>
                  <a:close/>
                </a:path>
              </a:pathLst>
            </a:custGeom>
            <a:solidFill>
              <a:srgbClr val="1379FF"/>
            </a:solidFill>
            <a:ln w="17266" cap="flat">
              <a:solidFill>
                <a:srgbClr val="1379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pic>
          <p:nvPicPr>
            <p:cNvPr id="673" name="图片 672" descr="downloaded-image_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693" y="4370"/>
              <a:ext cx="1175" cy="1178"/>
            </a:xfrm>
            <a:prstGeom prst="rect">
              <a:avLst/>
            </a:prstGeom>
          </p:spPr>
        </p:pic>
        <p:pic>
          <p:nvPicPr>
            <p:cNvPr id="672" name="图片 671" descr="downloaded-image_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4836" y="1709"/>
              <a:ext cx="1175" cy="1178"/>
            </a:xfrm>
            <a:prstGeom prst="rect">
              <a:avLst/>
            </a:prstGeom>
          </p:spPr>
        </p:pic>
        <p:sp>
          <p:nvSpPr>
            <p:cNvPr id="674" name="文本框 673"/>
            <p:cNvSpPr txBox="1"/>
            <p:nvPr/>
          </p:nvSpPr>
          <p:spPr>
            <a:xfrm>
              <a:off x="1176" y="1380"/>
              <a:ext cx="214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Local Point Cloud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75" name="文本框 674"/>
            <p:cNvSpPr txBox="1"/>
            <p:nvPr/>
          </p:nvSpPr>
          <p:spPr>
            <a:xfrm>
              <a:off x="1136" y="3700"/>
              <a:ext cx="214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UAV State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704" name="图片 703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236" y="1815"/>
              <a:ext cx="1990" cy="1540"/>
            </a:xfrm>
            <a:prstGeom prst="rect">
              <a:avLst/>
            </a:prstGeom>
          </p:spPr>
        </p:pic>
        <p:pic>
          <p:nvPicPr>
            <p:cNvPr id="705" name="图片 704" descr="exec-e1329ed5-7852-46b2-9725-dbc2686539be(1)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3637" y="4224"/>
              <a:ext cx="2189" cy="1411"/>
            </a:xfrm>
            <a:prstGeom prst="rect">
              <a:avLst/>
            </a:prstGeom>
          </p:spPr>
        </p:pic>
        <p:pic>
          <p:nvPicPr>
            <p:cNvPr id="84" name="图片 83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4836" y="5379"/>
              <a:ext cx="783" cy="264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pic>
          <p:nvPicPr>
            <p:cNvPr id="87" name="图片 86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5478" y="5173"/>
              <a:ext cx="456" cy="263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</p:grpSp>
      <p:pic>
        <p:nvPicPr>
          <p:cNvPr id="707" name="图片 706" descr="exec-e1329ed5-7852-46b2-9725-dbc2686539be(1)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586220" y="2672715"/>
            <a:ext cx="669290" cy="473710"/>
          </a:xfrm>
          <a:prstGeom prst="rect">
            <a:avLst/>
          </a:prstGeom>
        </p:spPr>
      </p:pic>
      <p:pic>
        <p:nvPicPr>
          <p:cNvPr id="665" name="图片 664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870065" y="3048635"/>
            <a:ext cx="448945" cy="12890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pic>
        <p:nvPicPr>
          <p:cNvPr id="664" name="图片 663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3365" y="3128010"/>
            <a:ext cx="454660" cy="153670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pic>
        <p:nvPicPr>
          <p:cNvPr id="666" name="图片 665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058025" y="2963545"/>
            <a:ext cx="272415" cy="157480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pic>
        <p:nvPicPr>
          <p:cNvPr id="712" name="图片 711" descr="Drone Vision Through Concrete Maze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037965" y="1362075"/>
            <a:ext cx="2323465" cy="1835785"/>
          </a:xfrm>
          <a:prstGeom prst="rect">
            <a:avLst/>
          </a:prstGeom>
        </p:spPr>
      </p:pic>
      <p:sp>
        <p:nvSpPr>
          <p:cNvPr id="713" name="文本框 712"/>
          <p:cNvSpPr txBox="1"/>
          <p:nvPr/>
        </p:nvSpPr>
        <p:spPr>
          <a:xfrm>
            <a:off x="5783580" y="5903595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r(t+1)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723" name="组合 722"/>
          <p:cNvGrpSpPr/>
          <p:nvPr/>
        </p:nvGrpSpPr>
        <p:grpSpPr>
          <a:xfrm>
            <a:off x="447040" y="4163060"/>
            <a:ext cx="9005570" cy="2583180"/>
            <a:chOff x="866" y="6396"/>
            <a:chExt cx="14182" cy="4068"/>
          </a:xfrm>
        </p:grpSpPr>
        <p:sp>
          <p:nvSpPr>
            <p:cNvPr id="330" name="任意多边形 329"/>
            <p:cNvSpPr/>
            <p:nvPr/>
          </p:nvSpPr>
          <p:spPr>
            <a:xfrm>
              <a:off x="866" y="6396"/>
              <a:ext cx="14182" cy="4068"/>
            </a:xfrm>
            <a:custGeom>
              <a:avLst/>
              <a:gdLst>
                <a:gd name="connisteX0" fmla="*/ 0 w 9005587"/>
                <a:gd name="connsiteY0" fmla="*/ 167893 h 2582972"/>
                <a:gd name="connisteX1" fmla="*/ 135083 w 9005587"/>
                <a:gd name="connsiteY1" fmla="*/ 0 h 2582972"/>
                <a:gd name="connisteX2" fmla="*/ 8870503 w 9005587"/>
                <a:gd name="connsiteY2" fmla="*/ 0 h 2582972"/>
                <a:gd name="connisteX3" fmla="*/ 9005587 w 9005587"/>
                <a:gd name="connsiteY3" fmla="*/ 167893 h 2582972"/>
                <a:gd name="connisteX4" fmla="*/ 9005587 w 9005587"/>
                <a:gd name="connsiteY4" fmla="*/ 2415079 h 2582972"/>
                <a:gd name="connisteX5" fmla="*/ 8870503 w 9005587"/>
                <a:gd name="connsiteY5" fmla="*/ 2582972 h 2582972"/>
                <a:gd name="connisteX6" fmla="*/ 135083 w 9005587"/>
                <a:gd name="connsiteY6" fmla="*/ 2582972 h 2582972"/>
                <a:gd name="connisteX7" fmla="*/ 0 w 9005587"/>
                <a:gd name="connsiteY7" fmla="*/ 2415079 h 2582972"/>
                <a:gd name="connisteX8" fmla="*/ 0 w 9005587"/>
                <a:gd name="connsiteY8" fmla="*/ 167893 h 258297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9005588" h="2582973">
                  <a:moveTo>
                    <a:pt x="0" y="167893"/>
                  </a:moveTo>
                  <a:cubicBezTo>
                    <a:pt x="0" y="75168"/>
                    <a:pt x="60479" y="0"/>
                    <a:pt x="135084" y="0"/>
                  </a:cubicBezTo>
                  <a:lnTo>
                    <a:pt x="8870504" y="0"/>
                  </a:lnTo>
                  <a:cubicBezTo>
                    <a:pt x="8945109" y="0"/>
                    <a:pt x="9005588" y="75168"/>
                    <a:pt x="9005588" y="167893"/>
                  </a:cubicBezTo>
                  <a:lnTo>
                    <a:pt x="9005588" y="2415080"/>
                  </a:lnTo>
                  <a:cubicBezTo>
                    <a:pt x="9005588" y="2507804"/>
                    <a:pt x="8945109" y="2582973"/>
                    <a:pt x="8870504" y="2582973"/>
                  </a:cubicBezTo>
                  <a:lnTo>
                    <a:pt x="135084" y="2582973"/>
                  </a:lnTo>
                  <a:cubicBezTo>
                    <a:pt x="60479" y="2582973"/>
                    <a:pt x="0" y="2507804"/>
                    <a:pt x="0" y="2415080"/>
                  </a:cubicBezTo>
                  <a:lnTo>
                    <a:pt x="0" y="167893"/>
                  </a:lnTo>
                  <a:close/>
                </a:path>
              </a:pathLst>
            </a:custGeom>
            <a:solidFill>
              <a:srgbClr val="FFF7EB"/>
            </a:solidFill>
            <a:ln w="11050" cap="flat">
              <a:solidFill>
                <a:srgbClr val="FFA23E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1" name="任意多边形 330"/>
            <p:cNvSpPr/>
            <p:nvPr/>
          </p:nvSpPr>
          <p:spPr>
            <a:xfrm>
              <a:off x="1160" y="6440"/>
              <a:ext cx="13736" cy="413"/>
            </a:xfrm>
            <a:custGeom>
              <a:avLst/>
              <a:gdLst>
                <a:gd name="connisteX0" fmla="*/ 0 w 8722436"/>
                <a:gd name="connsiteY0" fmla="*/ 0 h 262441"/>
                <a:gd name="connisteX1" fmla="*/ 8722436 w 8722436"/>
                <a:gd name="connsiteY1" fmla="*/ 0 h 262441"/>
                <a:gd name="connisteX2" fmla="*/ 8722436 w 8722436"/>
                <a:gd name="connsiteY2" fmla="*/ 262441 h 262441"/>
                <a:gd name="connisteX3" fmla="*/ 0 w 8722436"/>
                <a:gd name="connsiteY3" fmla="*/ 262441 h 262441"/>
                <a:gd name="connisteX4" fmla="*/ 0 w 8722436"/>
                <a:gd name="connsiteY4" fmla="*/ 0 h 26244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722436" h="262441">
                  <a:moveTo>
                    <a:pt x="0" y="0"/>
                  </a:moveTo>
                  <a:lnTo>
                    <a:pt x="8722436" y="0"/>
                  </a:lnTo>
                  <a:lnTo>
                    <a:pt x="8722436" y="262441"/>
                  </a:lnTo>
                  <a:lnTo>
                    <a:pt x="0" y="262441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32" name="图片 331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1149" y="6445"/>
              <a:ext cx="13758" cy="500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34" name="任意多边形 333"/>
            <p:cNvSpPr/>
            <p:nvPr/>
          </p:nvSpPr>
          <p:spPr>
            <a:xfrm>
              <a:off x="991" y="6902"/>
              <a:ext cx="4373" cy="3393"/>
            </a:xfrm>
            <a:custGeom>
              <a:avLst/>
              <a:gdLst>
                <a:gd name="connisteX0" fmla="*/ 0 w 2776262"/>
                <a:gd name="connsiteY0" fmla="*/ 86191 h 2154779"/>
                <a:gd name="connisteX1" fmla="*/ 83287 w 2776262"/>
                <a:gd name="connsiteY1" fmla="*/ 0 h 2154779"/>
                <a:gd name="connisteX2" fmla="*/ 2692974 w 2776262"/>
                <a:gd name="connsiteY2" fmla="*/ 0 h 2154779"/>
                <a:gd name="connisteX3" fmla="*/ 2776262 w 2776262"/>
                <a:gd name="connsiteY3" fmla="*/ 86191 h 2154779"/>
                <a:gd name="connisteX4" fmla="*/ 2776262 w 2776262"/>
                <a:gd name="connsiteY4" fmla="*/ 2068588 h 2154779"/>
                <a:gd name="connisteX5" fmla="*/ 2692974 w 2776262"/>
                <a:gd name="connsiteY5" fmla="*/ 2154779 h 2154779"/>
                <a:gd name="connisteX6" fmla="*/ 83287 w 2776262"/>
                <a:gd name="connsiteY6" fmla="*/ 2154779 h 2154779"/>
                <a:gd name="connisteX7" fmla="*/ 0 w 2776262"/>
                <a:gd name="connsiteY7" fmla="*/ 2068588 h 2154779"/>
                <a:gd name="connisteX8" fmla="*/ 0 w 2776262"/>
                <a:gd name="connsiteY8" fmla="*/ 86191 h 215477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776262" h="2154779">
                  <a:moveTo>
                    <a:pt x="0" y="86191"/>
                  </a:moveTo>
                  <a:cubicBezTo>
                    <a:pt x="0" y="38589"/>
                    <a:pt x="37289" y="0"/>
                    <a:pt x="83288" y="0"/>
                  </a:cubicBezTo>
                  <a:lnTo>
                    <a:pt x="2692975" y="0"/>
                  </a:lnTo>
                  <a:cubicBezTo>
                    <a:pt x="2738973" y="0"/>
                    <a:pt x="2776262" y="38589"/>
                    <a:pt x="2776262" y="86191"/>
                  </a:cubicBezTo>
                  <a:lnTo>
                    <a:pt x="2776262" y="2068588"/>
                  </a:lnTo>
                  <a:cubicBezTo>
                    <a:pt x="2776262" y="2116190"/>
                    <a:pt x="2738973" y="2154779"/>
                    <a:pt x="2692975" y="2154779"/>
                  </a:cubicBezTo>
                  <a:lnTo>
                    <a:pt x="83288" y="2154779"/>
                  </a:lnTo>
                  <a:cubicBezTo>
                    <a:pt x="37289" y="2154779"/>
                    <a:pt x="0" y="2116190"/>
                    <a:pt x="0" y="2068588"/>
                  </a:cubicBezTo>
                  <a:lnTo>
                    <a:pt x="0" y="86191"/>
                  </a:lnTo>
                  <a:close/>
                </a:path>
              </a:pathLst>
            </a:custGeom>
            <a:solidFill>
              <a:srgbClr val="E7F5F0"/>
            </a:solidFill>
            <a:ln w="5525" cap="flat">
              <a:solidFill>
                <a:srgbClr val="85B5B3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5" name="任意多边形 334"/>
            <p:cNvSpPr/>
            <p:nvPr/>
          </p:nvSpPr>
          <p:spPr>
            <a:xfrm>
              <a:off x="5461" y="6902"/>
              <a:ext cx="4470" cy="3393"/>
            </a:xfrm>
            <a:custGeom>
              <a:avLst/>
              <a:gdLst>
                <a:gd name="connisteX0" fmla="*/ 0 w 2838417"/>
                <a:gd name="connsiteY0" fmla="*/ 86191 h 2154779"/>
                <a:gd name="connisteX1" fmla="*/ 85152 w 2838417"/>
                <a:gd name="connsiteY1" fmla="*/ 0 h 2154779"/>
                <a:gd name="connisteX2" fmla="*/ 2753265 w 2838417"/>
                <a:gd name="connsiteY2" fmla="*/ 0 h 2154779"/>
                <a:gd name="connisteX3" fmla="*/ 2838417 w 2838417"/>
                <a:gd name="connsiteY3" fmla="*/ 86191 h 2154779"/>
                <a:gd name="connisteX4" fmla="*/ 2838417 w 2838417"/>
                <a:gd name="connsiteY4" fmla="*/ 2068588 h 2154779"/>
                <a:gd name="connisteX5" fmla="*/ 2753265 w 2838417"/>
                <a:gd name="connsiteY5" fmla="*/ 2154779 h 2154779"/>
                <a:gd name="connisteX6" fmla="*/ 85152 w 2838417"/>
                <a:gd name="connsiteY6" fmla="*/ 2154779 h 2154779"/>
                <a:gd name="connisteX7" fmla="*/ 0 w 2838417"/>
                <a:gd name="connsiteY7" fmla="*/ 2068588 h 2154779"/>
                <a:gd name="connisteX8" fmla="*/ 0 w 2838417"/>
                <a:gd name="connsiteY8" fmla="*/ 86191 h 215477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838418" h="2154779">
                  <a:moveTo>
                    <a:pt x="0" y="86191"/>
                  </a:moveTo>
                  <a:cubicBezTo>
                    <a:pt x="0" y="38589"/>
                    <a:pt x="38124" y="0"/>
                    <a:pt x="85153" y="0"/>
                  </a:cubicBezTo>
                  <a:lnTo>
                    <a:pt x="2753265" y="0"/>
                  </a:lnTo>
                  <a:cubicBezTo>
                    <a:pt x="2800293" y="0"/>
                    <a:pt x="2838418" y="38589"/>
                    <a:pt x="2838418" y="86191"/>
                  </a:cubicBezTo>
                  <a:lnTo>
                    <a:pt x="2838418" y="2068588"/>
                  </a:lnTo>
                  <a:cubicBezTo>
                    <a:pt x="2838418" y="2116190"/>
                    <a:pt x="2800293" y="2154779"/>
                    <a:pt x="2753265" y="2154779"/>
                  </a:cubicBezTo>
                  <a:lnTo>
                    <a:pt x="85153" y="2154779"/>
                  </a:lnTo>
                  <a:cubicBezTo>
                    <a:pt x="38124" y="2154779"/>
                    <a:pt x="0" y="2116190"/>
                    <a:pt x="0" y="2068588"/>
                  </a:cubicBezTo>
                  <a:lnTo>
                    <a:pt x="0" y="86191"/>
                  </a:lnTo>
                  <a:close/>
                </a:path>
              </a:pathLst>
            </a:custGeom>
            <a:solidFill>
              <a:srgbClr val="E7F5F0"/>
            </a:solidFill>
            <a:ln w="5525" cap="flat">
              <a:solidFill>
                <a:srgbClr val="85B5B3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6" name="任意多边形 335"/>
            <p:cNvSpPr/>
            <p:nvPr/>
          </p:nvSpPr>
          <p:spPr>
            <a:xfrm>
              <a:off x="10018" y="6902"/>
              <a:ext cx="4916" cy="3393"/>
            </a:xfrm>
            <a:custGeom>
              <a:avLst/>
              <a:gdLst>
                <a:gd name="connisteX0" fmla="*/ 0 w 3121568"/>
                <a:gd name="connsiteY0" fmla="*/ 86191 h 2154779"/>
                <a:gd name="connisteX1" fmla="*/ 78039 w 3121568"/>
                <a:gd name="connsiteY1" fmla="*/ 0 h 2154779"/>
                <a:gd name="connisteX2" fmla="*/ 3043529 w 3121568"/>
                <a:gd name="connsiteY2" fmla="*/ 0 h 2154779"/>
                <a:gd name="connisteX3" fmla="*/ 3121568 w 3121568"/>
                <a:gd name="connsiteY3" fmla="*/ 86191 h 2154779"/>
                <a:gd name="connisteX4" fmla="*/ 3121568 w 3121568"/>
                <a:gd name="connsiteY4" fmla="*/ 2068588 h 2154779"/>
                <a:gd name="connisteX5" fmla="*/ 3043529 w 3121568"/>
                <a:gd name="connsiteY5" fmla="*/ 2154779 h 2154779"/>
                <a:gd name="connisteX6" fmla="*/ 78039 w 3121568"/>
                <a:gd name="connsiteY6" fmla="*/ 2154779 h 2154779"/>
                <a:gd name="connisteX7" fmla="*/ 0 w 3121568"/>
                <a:gd name="connsiteY7" fmla="*/ 2068588 h 2154779"/>
                <a:gd name="connisteX8" fmla="*/ 0 w 3121568"/>
                <a:gd name="connsiteY8" fmla="*/ 86191 h 215477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3121569" h="2154779">
                  <a:moveTo>
                    <a:pt x="0" y="86191"/>
                  </a:moveTo>
                  <a:cubicBezTo>
                    <a:pt x="0" y="38589"/>
                    <a:pt x="34939" y="0"/>
                    <a:pt x="78039" y="0"/>
                  </a:cubicBezTo>
                  <a:lnTo>
                    <a:pt x="3043529" y="0"/>
                  </a:lnTo>
                  <a:cubicBezTo>
                    <a:pt x="3086629" y="0"/>
                    <a:pt x="3121569" y="38589"/>
                    <a:pt x="3121569" y="86191"/>
                  </a:cubicBezTo>
                  <a:lnTo>
                    <a:pt x="3121569" y="2068588"/>
                  </a:lnTo>
                  <a:cubicBezTo>
                    <a:pt x="3121569" y="2116190"/>
                    <a:pt x="3086629" y="2154779"/>
                    <a:pt x="3043529" y="2154779"/>
                  </a:cubicBezTo>
                  <a:lnTo>
                    <a:pt x="78039" y="2154779"/>
                  </a:lnTo>
                  <a:cubicBezTo>
                    <a:pt x="34939" y="2154779"/>
                    <a:pt x="0" y="2116190"/>
                    <a:pt x="0" y="2068588"/>
                  </a:cubicBezTo>
                  <a:lnTo>
                    <a:pt x="0" y="86191"/>
                  </a:lnTo>
                  <a:close/>
                </a:path>
              </a:pathLst>
            </a:custGeom>
            <a:solidFill>
              <a:srgbClr val="FFF1D8"/>
            </a:solidFill>
            <a:ln w="5525" cap="flat">
              <a:solidFill>
                <a:srgbClr val="F7AB56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7" name="任意多边形 336"/>
            <p:cNvSpPr/>
            <p:nvPr/>
          </p:nvSpPr>
          <p:spPr>
            <a:xfrm>
              <a:off x="1095" y="7277"/>
              <a:ext cx="4143" cy="2763"/>
            </a:xfrm>
            <a:custGeom>
              <a:avLst/>
              <a:gdLst>
                <a:gd name="connisteX0" fmla="*/ 0 w 2631233"/>
                <a:gd name="connsiteY0" fmla="*/ 78939 h 1754211"/>
                <a:gd name="connisteX1" fmla="*/ 78937 w 2631233"/>
                <a:gd name="connsiteY1" fmla="*/ 0 h 1754211"/>
                <a:gd name="connisteX2" fmla="*/ 2552296 w 2631233"/>
                <a:gd name="connsiteY2" fmla="*/ 0 h 1754211"/>
                <a:gd name="connisteX3" fmla="*/ 2631233 w 2631233"/>
                <a:gd name="connsiteY3" fmla="*/ 78939 h 1754211"/>
                <a:gd name="connisteX4" fmla="*/ 2631233 w 2631233"/>
                <a:gd name="connsiteY4" fmla="*/ 1675271 h 1754211"/>
                <a:gd name="connisteX5" fmla="*/ 2552296 w 2631233"/>
                <a:gd name="connsiteY5" fmla="*/ 1754211 h 1754211"/>
                <a:gd name="connisteX6" fmla="*/ 78937 w 2631233"/>
                <a:gd name="connsiteY6" fmla="*/ 1754211 h 1754211"/>
                <a:gd name="connisteX7" fmla="*/ 0 w 2631233"/>
                <a:gd name="connsiteY7" fmla="*/ 1675271 h 1754211"/>
                <a:gd name="connisteX8" fmla="*/ 0 w 2631233"/>
                <a:gd name="connsiteY8" fmla="*/ 78939 h 175421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631234" h="1754211">
                  <a:moveTo>
                    <a:pt x="0" y="78940"/>
                  </a:moveTo>
                  <a:cubicBezTo>
                    <a:pt x="0" y="35342"/>
                    <a:pt x="35341" y="0"/>
                    <a:pt x="78937" y="0"/>
                  </a:cubicBezTo>
                  <a:lnTo>
                    <a:pt x="2552297" y="0"/>
                  </a:lnTo>
                  <a:cubicBezTo>
                    <a:pt x="2595893" y="0"/>
                    <a:pt x="2631234" y="35342"/>
                    <a:pt x="2631234" y="78940"/>
                  </a:cubicBezTo>
                  <a:lnTo>
                    <a:pt x="2631234" y="1675272"/>
                  </a:lnTo>
                  <a:cubicBezTo>
                    <a:pt x="2631234" y="1718869"/>
                    <a:pt x="2595893" y="1754211"/>
                    <a:pt x="2552297" y="1754211"/>
                  </a:cubicBezTo>
                  <a:lnTo>
                    <a:pt x="78937" y="1754211"/>
                  </a:lnTo>
                  <a:cubicBezTo>
                    <a:pt x="35341" y="1754211"/>
                    <a:pt x="0" y="1718869"/>
                    <a:pt x="0" y="1675272"/>
                  </a:cubicBezTo>
                  <a:lnTo>
                    <a:pt x="0" y="78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38" name="任意多边形 337"/>
            <p:cNvSpPr/>
            <p:nvPr/>
          </p:nvSpPr>
          <p:spPr>
            <a:xfrm>
              <a:off x="5576" y="7277"/>
              <a:ext cx="4241" cy="2763"/>
            </a:xfrm>
            <a:custGeom>
              <a:avLst/>
              <a:gdLst>
                <a:gd name="connisteX0" fmla="*/ 0 w 2693388"/>
                <a:gd name="connsiteY0" fmla="*/ 78939 h 1754211"/>
                <a:gd name="connisteX1" fmla="*/ 80801 w 2693388"/>
                <a:gd name="connsiteY1" fmla="*/ 0 h 1754211"/>
                <a:gd name="connisteX2" fmla="*/ 2612587 w 2693388"/>
                <a:gd name="connsiteY2" fmla="*/ 0 h 1754211"/>
                <a:gd name="connisteX3" fmla="*/ 2693388 w 2693388"/>
                <a:gd name="connsiteY3" fmla="*/ 78939 h 1754211"/>
                <a:gd name="connisteX4" fmla="*/ 2693388 w 2693388"/>
                <a:gd name="connsiteY4" fmla="*/ 1675271 h 1754211"/>
                <a:gd name="connisteX5" fmla="*/ 2612587 w 2693388"/>
                <a:gd name="connsiteY5" fmla="*/ 1754211 h 1754211"/>
                <a:gd name="connisteX6" fmla="*/ 80801 w 2693388"/>
                <a:gd name="connsiteY6" fmla="*/ 1754211 h 1754211"/>
                <a:gd name="connisteX7" fmla="*/ 0 w 2693388"/>
                <a:gd name="connsiteY7" fmla="*/ 1675271 h 1754211"/>
                <a:gd name="connisteX8" fmla="*/ 0 w 2693388"/>
                <a:gd name="connsiteY8" fmla="*/ 78939 h 175421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693389" h="1754211">
                  <a:moveTo>
                    <a:pt x="0" y="78940"/>
                  </a:moveTo>
                  <a:cubicBezTo>
                    <a:pt x="0" y="35342"/>
                    <a:pt x="36176" y="0"/>
                    <a:pt x="80802" y="0"/>
                  </a:cubicBezTo>
                  <a:lnTo>
                    <a:pt x="2612587" y="0"/>
                  </a:lnTo>
                  <a:cubicBezTo>
                    <a:pt x="2657213" y="0"/>
                    <a:pt x="2693389" y="35342"/>
                    <a:pt x="2693389" y="78940"/>
                  </a:cubicBezTo>
                  <a:lnTo>
                    <a:pt x="2693389" y="1675272"/>
                  </a:lnTo>
                  <a:cubicBezTo>
                    <a:pt x="2693389" y="1718869"/>
                    <a:pt x="2657213" y="1754211"/>
                    <a:pt x="2612587" y="1754211"/>
                  </a:cubicBezTo>
                  <a:lnTo>
                    <a:pt x="80802" y="1754211"/>
                  </a:lnTo>
                  <a:cubicBezTo>
                    <a:pt x="36176" y="1754211"/>
                    <a:pt x="0" y="1718869"/>
                    <a:pt x="0" y="1675272"/>
                  </a:cubicBezTo>
                  <a:lnTo>
                    <a:pt x="0" y="78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68" name="任意多边形 367"/>
            <p:cNvSpPr/>
            <p:nvPr/>
          </p:nvSpPr>
          <p:spPr>
            <a:xfrm>
              <a:off x="2421" y="7690"/>
              <a:ext cx="153" cy="963"/>
            </a:xfrm>
            <a:custGeom>
              <a:avLst/>
              <a:gdLst>
                <a:gd name="connisteX0" fmla="*/ 0 w 62155"/>
                <a:gd name="connsiteY0" fmla="*/ 0 h 821854"/>
                <a:gd name="connisteX1" fmla="*/ 62155 w 62155"/>
                <a:gd name="connsiteY1" fmla="*/ 0 h 821854"/>
                <a:gd name="connisteX2" fmla="*/ 62155 w 62155"/>
                <a:gd name="connsiteY2" fmla="*/ 821854 h 821854"/>
                <a:gd name="connisteX3" fmla="*/ 60912 w 62155"/>
                <a:gd name="connsiteY3" fmla="*/ 821854 h 82185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62155" h="821855">
                  <a:moveTo>
                    <a:pt x="0" y="0"/>
                  </a:moveTo>
                  <a:lnTo>
                    <a:pt x="62155" y="0"/>
                  </a:lnTo>
                  <a:lnTo>
                    <a:pt x="62155" y="821855"/>
                  </a:lnTo>
                  <a:lnTo>
                    <a:pt x="60912" y="821855"/>
                  </a:lnTo>
                </a:path>
              </a:pathLst>
            </a:custGeom>
            <a:noFill/>
            <a:ln w="19050" cap="flat">
              <a:solidFill>
                <a:srgbClr val="00A6AE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9" name="任意多边形 338"/>
            <p:cNvSpPr/>
            <p:nvPr/>
          </p:nvSpPr>
          <p:spPr>
            <a:xfrm>
              <a:off x="10122" y="7277"/>
              <a:ext cx="4720" cy="2763"/>
            </a:xfrm>
            <a:custGeom>
              <a:avLst/>
              <a:gdLst>
                <a:gd name="connisteX0" fmla="*/ 0 w 2997258"/>
                <a:gd name="connsiteY0" fmla="*/ 78939 h 1754211"/>
                <a:gd name="connisteX1" fmla="*/ 74931 w 2997258"/>
                <a:gd name="connsiteY1" fmla="*/ 0 h 1754211"/>
                <a:gd name="connisteX2" fmla="*/ 2922326 w 2997258"/>
                <a:gd name="connsiteY2" fmla="*/ 0 h 1754211"/>
                <a:gd name="connisteX3" fmla="*/ 2997258 w 2997258"/>
                <a:gd name="connsiteY3" fmla="*/ 78939 h 1754211"/>
                <a:gd name="connisteX4" fmla="*/ 2997258 w 2997258"/>
                <a:gd name="connsiteY4" fmla="*/ 1675271 h 1754211"/>
                <a:gd name="connisteX5" fmla="*/ 2922326 w 2997258"/>
                <a:gd name="connsiteY5" fmla="*/ 1754211 h 1754211"/>
                <a:gd name="connisteX6" fmla="*/ 74931 w 2997258"/>
                <a:gd name="connsiteY6" fmla="*/ 1754211 h 1754211"/>
                <a:gd name="connisteX7" fmla="*/ 0 w 2997258"/>
                <a:gd name="connsiteY7" fmla="*/ 1675271 h 1754211"/>
                <a:gd name="connisteX8" fmla="*/ 0 w 2997258"/>
                <a:gd name="connsiteY8" fmla="*/ 78939 h 175421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997258" h="1754211">
                  <a:moveTo>
                    <a:pt x="0" y="78940"/>
                  </a:moveTo>
                  <a:cubicBezTo>
                    <a:pt x="0" y="35342"/>
                    <a:pt x="33548" y="0"/>
                    <a:pt x="74931" y="0"/>
                  </a:cubicBezTo>
                  <a:lnTo>
                    <a:pt x="2922327" y="0"/>
                  </a:lnTo>
                  <a:cubicBezTo>
                    <a:pt x="2963710" y="0"/>
                    <a:pt x="2997258" y="35342"/>
                    <a:pt x="2997258" y="78940"/>
                  </a:cubicBezTo>
                  <a:lnTo>
                    <a:pt x="2997258" y="1675272"/>
                  </a:lnTo>
                  <a:cubicBezTo>
                    <a:pt x="2997258" y="1718869"/>
                    <a:pt x="2963710" y="1754211"/>
                    <a:pt x="2922327" y="1754211"/>
                  </a:cubicBezTo>
                  <a:lnTo>
                    <a:pt x="74931" y="1754211"/>
                  </a:lnTo>
                  <a:cubicBezTo>
                    <a:pt x="33548" y="1754211"/>
                    <a:pt x="0" y="1718869"/>
                    <a:pt x="0" y="1675272"/>
                  </a:cubicBezTo>
                  <a:lnTo>
                    <a:pt x="0" y="78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40" name="任意多边形 339"/>
            <p:cNvSpPr/>
            <p:nvPr/>
          </p:nvSpPr>
          <p:spPr>
            <a:xfrm>
              <a:off x="1138" y="6951"/>
              <a:ext cx="4079" cy="304"/>
            </a:xfrm>
            <a:custGeom>
              <a:avLst/>
              <a:gdLst>
                <a:gd name="connisteX0" fmla="*/ 0 w 2589797"/>
                <a:gd name="connsiteY0" fmla="*/ 0 h 193377"/>
                <a:gd name="connisteX1" fmla="*/ 2589797 w 2589797"/>
                <a:gd name="connsiteY1" fmla="*/ 0 h 193377"/>
                <a:gd name="connisteX2" fmla="*/ 2589797 w 2589797"/>
                <a:gd name="connsiteY2" fmla="*/ 193377 h 193377"/>
                <a:gd name="connisteX3" fmla="*/ 0 w 2589797"/>
                <a:gd name="connsiteY3" fmla="*/ 193377 h 193377"/>
                <a:gd name="connisteX4" fmla="*/ 0 w 2589797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589797" h="193378">
                  <a:moveTo>
                    <a:pt x="0" y="0"/>
                  </a:moveTo>
                  <a:lnTo>
                    <a:pt x="2589797" y="0"/>
                  </a:lnTo>
                  <a:lnTo>
                    <a:pt x="2589797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41" name="图片 340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1127" y="6967"/>
              <a:ext cx="4101" cy="343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43" name="任意多边形 342"/>
            <p:cNvSpPr/>
            <p:nvPr/>
          </p:nvSpPr>
          <p:spPr>
            <a:xfrm>
              <a:off x="5608" y="6951"/>
              <a:ext cx="4198" cy="304"/>
            </a:xfrm>
            <a:custGeom>
              <a:avLst/>
              <a:gdLst>
                <a:gd name="connisteX0" fmla="*/ 0 w 2665764"/>
                <a:gd name="connsiteY0" fmla="*/ 0 h 193377"/>
                <a:gd name="connisteX1" fmla="*/ 2665764 w 2665764"/>
                <a:gd name="connsiteY1" fmla="*/ 0 h 193377"/>
                <a:gd name="connisteX2" fmla="*/ 2665764 w 2665764"/>
                <a:gd name="connsiteY2" fmla="*/ 193377 h 193377"/>
                <a:gd name="connisteX3" fmla="*/ 0 w 2665764"/>
                <a:gd name="connsiteY3" fmla="*/ 193377 h 193377"/>
                <a:gd name="connisteX4" fmla="*/ 0 w 2665764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65764" h="193378">
                  <a:moveTo>
                    <a:pt x="0" y="0"/>
                  </a:moveTo>
                  <a:lnTo>
                    <a:pt x="2665764" y="0"/>
                  </a:lnTo>
                  <a:lnTo>
                    <a:pt x="266576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44" name="图片 343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597" y="6967"/>
              <a:ext cx="4220" cy="343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46" name="任意多边形 345"/>
            <p:cNvSpPr/>
            <p:nvPr/>
          </p:nvSpPr>
          <p:spPr>
            <a:xfrm>
              <a:off x="10176" y="6951"/>
              <a:ext cx="4601" cy="304"/>
            </a:xfrm>
            <a:custGeom>
              <a:avLst/>
              <a:gdLst>
                <a:gd name="connisteX0" fmla="*/ 0 w 2921291"/>
                <a:gd name="connsiteY0" fmla="*/ 0 h 193377"/>
                <a:gd name="connisteX1" fmla="*/ 2921291 w 2921291"/>
                <a:gd name="connsiteY1" fmla="*/ 0 h 193377"/>
                <a:gd name="connisteX2" fmla="*/ 2921291 w 2921291"/>
                <a:gd name="connsiteY2" fmla="*/ 193377 h 193377"/>
                <a:gd name="connisteX3" fmla="*/ 0 w 2921291"/>
                <a:gd name="connsiteY3" fmla="*/ 193377 h 193377"/>
                <a:gd name="connisteX4" fmla="*/ 0 w 2921291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921291" h="193378">
                  <a:moveTo>
                    <a:pt x="0" y="0"/>
                  </a:moveTo>
                  <a:lnTo>
                    <a:pt x="2921291" y="0"/>
                  </a:lnTo>
                  <a:lnTo>
                    <a:pt x="2921291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47" name="图片 346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0165" y="6967"/>
              <a:ext cx="4622" cy="343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49" name="任意多边形 348"/>
            <p:cNvSpPr/>
            <p:nvPr/>
          </p:nvSpPr>
          <p:spPr>
            <a:xfrm>
              <a:off x="1220" y="7457"/>
              <a:ext cx="1240" cy="543"/>
            </a:xfrm>
            <a:custGeom>
              <a:avLst/>
              <a:gdLst>
                <a:gd name="connisteX0" fmla="*/ 0 w 787298"/>
                <a:gd name="connsiteY0" fmla="*/ 48344 h 345317"/>
                <a:gd name="connisteX1" fmla="*/ 47237 w 787298"/>
                <a:gd name="connsiteY1" fmla="*/ 0 h 345317"/>
                <a:gd name="connisteX2" fmla="*/ 740060 w 787298"/>
                <a:gd name="connsiteY2" fmla="*/ 0 h 345317"/>
                <a:gd name="connisteX3" fmla="*/ 787298 w 787298"/>
                <a:gd name="connsiteY3" fmla="*/ 48344 h 345317"/>
                <a:gd name="connisteX4" fmla="*/ 787298 w 787298"/>
                <a:gd name="connsiteY4" fmla="*/ 296972 h 345317"/>
                <a:gd name="connisteX5" fmla="*/ 740060 w 787298"/>
                <a:gd name="connsiteY5" fmla="*/ 345317 h 345317"/>
                <a:gd name="connisteX6" fmla="*/ 47237 w 787298"/>
                <a:gd name="connsiteY6" fmla="*/ 345317 h 345317"/>
                <a:gd name="connisteX7" fmla="*/ 0 w 787298"/>
                <a:gd name="connsiteY7" fmla="*/ 296972 h 345317"/>
                <a:gd name="connisteX8" fmla="*/ 0 w 787298"/>
                <a:gd name="connsiteY8" fmla="*/ 48344 h 34531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787298" h="345317">
                  <a:moveTo>
                    <a:pt x="0" y="48344"/>
                  </a:moveTo>
                  <a:cubicBezTo>
                    <a:pt x="0" y="21645"/>
                    <a:pt x="21149" y="0"/>
                    <a:pt x="47238" y="0"/>
                  </a:cubicBezTo>
                  <a:lnTo>
                    <a:pt x="740060" y="0"/>
                  </a:lnTo>
                  <a:cubicBezTo>
                    <a:pt x="766149" y="0"/>
                    <a:pt x="787298" y="21645"/>
                    <a:pt x="787298" y="48344"/>
                  </a:cubicBezTo>
                  <a:lnTo>
                    <a:pt x="787298" y="296973"/>
                  </a:lnTo>
                  <a:cubicBezTo>
                    <a:pt x="787298" y="323673"/>
                    <a:pt x="766149" y="345317"/>
                    <a:pt x="740060" y="345317"/>
                  </a:cubicBezTo>
                  <a:lnTo>
                    <a:pt x="47238" y="345317"/>
                  </a:lnTo>
                  <a:cubicBezTo>
                    <a:pt x="21149" y="345317"/>
                    <a:pt x="0" y="323673"/>
                    <a:pt x="0" y="296973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EAF9FC"/>
            </a:solidFill>
            <a:ln w="6906" cap="flat">
              <a:solidFill>
                <a:srgbClr val="009AAD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3" name="任意多边形 352"/>
            <p:cNvSpPr/>
            <p:nvPr/>
          </p:nvSpPr>
          <p:spPr>
            <a:xfrm>
              <a:off x="1182" y="8017"/>
              <a:ext cx="1305" cy="272"/>
            </a:xfrm>
            <a:custGeom>
              <a:avLst/>
              <a:gdLst>
                <a:gd name="connisteX0" fmla="*/ 0 w 828735"/>
                <a:gd name="connsiteY0" fmla="*/ 0 h 172658"/>
                <a:gd name="connisteX1" fmla="*/ 828735 w 828735"/>
                <a:gd name="connsiteY1" fmla="*/ 0 h 172658"/>
                <a:gd name="connisteX2" fmla="*/ 828735 w 828735"/>
                <a:gd name="connsiteY2" fmla="*/ 172658 h 172658"/>
                <a:gd name="connisteX3" fmla="*/ 0 w 828735"/>
                <a:gd name="connsiteY3" fmla="*/ 172658 h 172658"/>
                <a:gd name="connisteX4" fmla="*/ 0 w 828735"/>
                <a:gd name="connsiteY4" fmla="*/ 0 h 17265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35" h="172659">
                  <a:moveTo>
                    <a:pt x="0" y="0"/>
                  </a:moveTo>
                  <a:lnTo>
                    <a:pt x="828735" y="0"/>
                  </a:lnTo>
                  <a:lnTo>
                    <a:pt x="828735" y="172659"/>
                  </a:lnTo>
                  <a:lnTo>
                    <a:pt x="0" y="172659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54" name="图片 353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1171" y="8060"/>
              <a:ext cx="1327" cy="250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50" name="任意多边形 349"/>
            <p:cNvSpPr/>
            <p:nvPr/>
          </p:nvSpPr>
          <p:spPr>
            <a:xfrm>
              <a:off x="1247" y="7473"/>
              <a:ext cx="1175" cy="500"/>
            </a:xfrm>
            <a:custGeom>
              <a:avLst/>
              <a:gdLst>
                <a:gd name="connisteX0" fmla="*/ 0 w 745861"/>
                <a:gd name="connsiteY0" fmla="*/ 0 h 317691"/>
                <a:gd name="connisteX1" fmla="*/ 745861 w 745861"/>
                <a:gd name="connsiteY1" fmla="*/ 0 h 317691"/>
                <a:gd name="connisteX2" fmla="*/ 745861 w 745861"/>
                <a:gd name="connsiteY2" fmla="*/ 317691 h 317691"/>
                <a:gd name="connisteX3" fmla="*/ 0 w 745861"/>
                <a:gd name="connsiteY3" fmla="*/ 317691 h 317691"/>
                <a:gd name="connisteX4" fmla="*/ 0 w 745861"/>
                <a:gd name="connsiteY4" fmla="*/ 0 h 3176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45862" h="317692">
                  <a:moveTo>
                    <a:pt x="0" y="0"/>
                  </a:moveTo>
                  <a:lnTo>
                    <a:pt x="745862" y="0"/>
                  </a:lnTo>
                  <a:lnTo>
                    <a:pt x="745862" y="317692"/>
                  </a:lnTo>
                  <a:lnTo>
                    <a:pt x="0" y="31769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51" name="图片 350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236" y="7495"/>
              <a:ext cx="1196" cy="51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56" name="任意多边形 355"/>
            <p:cNvSpPr/>
            <p:nvPr/>
          </p:nvSpPr>
          <p:spPr>
            <a:xfrm>
              <a:off x="2677" y="7370"/>
              <a:ext cx="1414" cy="522"/>
            </a:xfrm>
            <a:custGeom>
              <a:avLst/>
              <a:gdLst>
                <a:gd name="connisteX0" fmla="*/ 0 w 897796"/>
                <a:gd name="connsiteY0" fmla="*/ 48068 h 331504"/>
                <a:gd name="connisteX1" fmla="*/ 44889 w 897796"/>
                <a:gd name="connsiteY1" fmla="*/ 0 h 331504"/>
                <a:gd name="connisteX2" fmla="*/ 852906 w 897796"/>
                <a:gd name="connsiteY2" fmla="*/ 0 h 331504"/>
                <a:gd name="connisteX3" fmla="*/ 897796 w 897796"/>
                <a:gd name="connsiteY3" fmla="*/ 48068 h 331504"/>
                <a:gd name="connisteX4" fmla="*/ 897796 w 897796"/>
                <a:gd name="connsiteY4" fmla="*/ 283436 h 331504"/>
                <a:gd name="connisteX5" fmla="*/ 852906 w 897796"/>
                <a:gd name="connsiteY5" fmla="*/ 331504 h 331504"/>
                <a:gd name="connisteX6" fmla="*/ 44889 w 897796"/>
                <a:gd name="connsiteY6" fmla="*/ 331504 h 331504"/>
                <a:gd name="connisteX7" fmla="*/ 0 w 897796"/>
                <a:gd name="connsiteY7" fmla="*/ 283436 h 331504"/>
                <a:gd name="connisteX8" fmla="*/ 0 w 897796"/>
                <a:gd name="connsiteY8" fmla="*/ 48068 h 33150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897796" h="331505">
                  <a:moveTo>
                    <a:pt x="0" y="48068"/>
                  </a:moveTo>
                  <a:cubicBezTo>
                    <a:pt x="0" y="21521"/>
                    <a:pt x="20098" y="0"/>
                    <a:pt x="44890" y="0"/>
                  </a:cubicBezTo>
                  <a:lnTo>
                    <a:pt x="852906" y="0"/>
                  </a:lnTo>
                  <a:cubicBezTo>
                    <a:pt x="877698" y="0"/>
                    <a:pt x="897796" y="21521"/>
                    <a:pt x="897796" y="48068"/>
                  </a:cubicBezTo>
                  <a:lnTo>
                    <a:pt x="897796" y="283436"/>
                  </a:lnTo>
                  <a:cubicBezTo>
                    <a:pt x="897796" y="309984"/>
                    <a:pt x="877698" y="331505"/>
                    <a:pt x="852906" y="331505"/>
                  </a:cubicBezTo>
                  <a:lnTo>
                    <a:pt x="44890" y="331505"/>
                  </a:lnTo>
                  <a:cubicBezTo>
                    <a:pt x="20098" y="331505"/>
                    <a:pt x="0" y="309984"/>
                    <a:pt x="0" y="283436"/>
                  </a:cubicBezTo>
                  <a:lnTo>
                    <a:pt x="0" y="48068"/>
                  </a:lnTo>
                  <a:close/>
                </a:path>
              </a:pathLst>
            </a:custGeom>
            <a:solidFill>
              <a:srgbClr val="EDF7FF"/>
            </a:solidFill>
            <a:ln w="6906" cap="flat">
              <a:solidFill>
                <a:srgbClr val="C67E22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7" name="任意多边形 356"/>
            <p:cNvSpPr/>
            <p:nvPr/>
          </p:nvSpPr>
          <p:spPr>
            <a:xfrm>
              <a:off x="2704" y="7386"/>
              <a:ext cx="1349" cy="478"/>
            </a:xfrm>
            <a:custGeom>
              <a:avLst/>
              <a:gdLst>
                <a:gd name="connisteX0" fmla="*/ 0 w 856359"/>
                <a:gd name="connsiteY0" fmla="*/ 0 h 303879"/>
                <a:gd name="connisteX1" fmla="*/ 856359 w 856359"/>
                <a:gd name="connsiteY1" fmla="*/ 0 h 303879"/>
                <a:gd name="connisteX2" fmla="*/ 856359 w 856359"/>
                <a:gd name="connsiteY2" fmla="*/ 303879 h 303879"/>
                <a:gd name="connisteX3" fmla="*/ 0 w 856359"/>
                <a:gd name="connsiteY3" fmla="*/ 303879 h 303879"/>
                <a:gd name="connisteX4" fmla="*/ 0 w 856359"/>
                <a:gd name="connsiteY4" fmla="*/ 0 h 30387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56360" h="303879">
                  <a:moveTo>
                    <a:pt x="0" y="0"/>
                  </a:moveTo>
                  <a:lnTo>
                    <a:pt x="856360" y="0"/>
                  </a:lnTo>
                  <a:lnTo>
                    <a:pt x="856360" y="303879"/>
                  </a:lnTo>
                  <a:lnTo>
                    <a:pt x="0" y="303879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58" name="图片 357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2694" y="7380"/>
              <a:ext cx="1370" cy="552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60" name="任意多边形 359"/>
            <p:cNvSpPr/>
            <p:nvPr/>
          </p:nvSpPr>
          <p:spPr>
            <a:xfrm>
              <a:off x="2677" y="8109"/>
              <a:ext cx="1414" cy="435"/>
            </a:xfrm>
            <a:custGeom>
              <a:avLst/>
              <a:gdLst>
                <a:gd name="connisteX0" fmla="*/ 0 w 897796"/>
                <a:gd name="connsiteY0" fmla="*/ 48344 h 276253"/>
                <a:gd name="connisteX1" fmla="*/ 44889 w 897796"/>
                <a:gd name="connsiteY1" fmla="*/ 0 h 276253"/>
                <a:gd name="connisteX2" fmla="*/ 852906 w 897796"/>
                <a:gd name="connsiteY2" fmla="*/ 0 h 276253"/>
                <a:gd name="connisteX3" fmla="*/ 897796 w 897796"/>
                <a:gd name="connsiteY3" fmla="*/ 48344 h 276253"/>
                <a:gd name="connisteX4" fmla="*/ 897796 w 897796"/>
                <a:gd name="connsiteY4" fmla="*/ 227909 h 276253"/>
                <a:gd name="connisteX5" fmla="*/ 852906 w 897796"/>
                <a:gd name="connsiteY5" fmla="*/ 276253 h 276253"/>
                <a:gd name="connisteX6" fmla="*/ 44889 w 897796"/>
                <a:gd name="connsiteY6" fmla="*/ 276253 h 276253"/>
                <a:gd name="connisteX7" fmla="*/ 0 w 897796"/>
                <a:gd name="connsiteY7" fmla="*/ 227909 h 276253"/>
                <a:gd name="connisteX8" fmla="*/ 0 w 897796"/>
                <a:gd name="connsiteY8" fmla="*/ 48344 h 27625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897796" h="276254">
                  <a:moveTo>
                    <a:pt x="0" y="48344"/>
                  </a:moveTo>
                  <a:cubicBezTo>
                    <a:pt x="0" y="21645"/>
                    <a:pt x="20098" y="0"/>
                    <a:pt x="44890" y="0"/>
                  </a:cubicBezTo>
                  <a:lnTo>
                    <a:pt x="852906" y="0"/>
                  </a:lnTo>
                  <a:cubicBezTo>
                    <a:pt x="877698" y="0"/>
                    <a:pt x="897796" y="21645"/>
                    <a:pt x="897796" y="48344"/>
                  </a:cubicBezTo>
                  <a:lnTo>
                    <a:pt x="897796" y="227909"/>
                  </a:lnTo>
                  <a:cubicBezTo>
                    <a:pt x="897796" y="254609"/>
                    <a:pt x="877698" y="276254"/>
                    <a:pt x="852906" y="276254"/>
                  </a:cubicBezTo>
                  <a:lnTo>
                    <a:pt x="44890" y="276254"/>
                  </a:lnTo>
                  <a:cubicBezTo>
                    <a:pt x="20098" y="276254"/>
                    <a:pt x="0" y="254609"/>
                    <a:pt x="0" y="227909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DCEBFC"/>
            </a:solidFill>
            <a:ln w="6906" cap="flat">
              <a:solidFill>
                <a:srgbClr val="C67E22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61" name="任意多边形 360"/>
            <p:cNvSpPr/>
            <p:nvPr/>
          </p:nvSpPr>
          <p:spPr>
            <a:xfrm>
              <a:off x="2704" y="8125"/>
              <a:ext cx="1349" cy="392"/>
            </a:xfrm>
            <a:custGeom>
              <a:avLst/>
              <a:gdLst>
                <a:gd name="connisteX0" fmla="*/ 0 w 856359"/>
                <a:gd name="connsiteY0" fmla="*/ 0 h 248628"/>
                <a:gd name="connisteX1" fmla="*/ 856359 w 856359"/>
                <a:gd name="connsiteY1" fmla="*/ 0 h 248628"/>
                <a:gd name="connisteX2" fmla="*/ 856359 w 856359"/>
                <a:gd name="connsiteY2" fmla="*/ 248628 h 248628"/>
                <a:gd name="connisteX3" fmla="*/ 0 w 856359"/>
                <a:gd name="connsiteY3" fmla="*/ 248628 h 248628"/>
                <a:gd name="connisteX4" fmla="*/ 0 w 856359"/>
                <a:gd name="connsiteY4" fmla="*/ 0 h 24862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56360" h="248628">
                  <a:moveTo>
                    <a:pt x="0" y="0"/>
                  </a:moveTo>
                  <a:lnTo>
                    <a:pt x="856360" y="0"/>
                  </a:lnTo>
                  <a:lnTo>
                    <a:pt x="856360" y="248628"/>
                  </a:lnTo>
                  <a:lnTo>
                    <a:pt x="0" y="24862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62" name="图片 361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2694" y="8202"/>
              <a:ext cx="1370" cy="30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64" name="任意多边形 363"/>
            <p:cNvSpPr/>
            <p:nvPr/>
          </p:nvSpPr>
          <p:spPr>
            <a:xfrm>
              <a:off x="2677" y="8794"/>
              <a:ext cx="1414" cy="435"/>
            </a:xfrm>
            <a:custGeom>
              <a:avLst/>
              <a:gdLst>
                <a:gd name="connisteX0" fmla="*/ 0 w 897796"/>
                <a:gd name="connsiteY0" fmla="*/ 48344 h 276253"/>
                <a:gd name="connisteX1" fmla="*/ 44889 w 897796"/>
                <a:gd name="connsiteY1" fmla="*/ 0 h 276253"/>
                <a:gd name="connisteX2" fmla="*/ 852906 w 897796"/>
                <a:gd name="connsiteY2" fmla="*/ 0 h 276253"/>
                <a:gd name="connisteX3" fmla="*/ 897796 w 897796"/>
                <a:gd name="connsiteY3" fmla="*/ 48344 h 276253"/>
                <a:gd name="connisteX4" fmla="*/ 897796 w 897796"/>
                <a:gd name="connsiteY4" fmla="*/ 227909 h 276253"/>
                <a:gd name="connisteX5" fmla="*/ 852906 w 897796"/>
                <a:gd name="connsiteY5" fmla="*/ 276253 h 276253"/>
                <a:gd name="connisteX6" fmla="*/ 44889 w 897796"/>
                <a:gd name="connsiteY6" fmla="*/ 276253 h 276253"/>
                <a:gd name="connisteX7" fmla="*/ 0 w 897796"/>
                <a:gd name="connsiteY7" fmla="*/ 227909 h 276253"/>
                <a:gd name="connisteX8" fmla="*/ 0 w 897796"/>
                <a:gd name="connsiteY8" fmla="*/ 48344 h 27625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897796" h="276254">
                  <a:moveTo>
                    <a:pt x="0" y="48344"/>
                  </a:moveTo>
                  <a:cubicBezTo>
                    <a:pt x="0" y="21645"/>
                    <a:pt x="20098" y="0"/>
                    <a:pt x="44890" y="0"/>
                  </a:cubicBezTo>
                  <a:lnTo>
                    <a:pt x="852906" y="0"/>
                  </a:lnTo>
                  <a:cubicBezTo>
                    <a:pt x="877698" y="0"/>
                    <a:pt x="897796" y="21645"/>
                    <a:pt x="897796" y="48344"/>
                  </a:cubicBezTo>
                  <a:lnTo>
                    <a:pt x="897796" y="227909"/>
                  </a:lnTo>
                  <a:cubicBezTo>
                    <a:pt x="897796" y="254609"/>
                    <a:pt x="877698" y="276254"/>
                    <a:pt x="852906" y="276254"/>
                  </a:cubicBezTo>
                  <a:lnTo>
                    <a:pt x="44890" y="276254"/>
                  </a:lnTo>
                  <a:cubicBezTo>
                    <a:pt x="20098" y="276254"/>
                    <a:pt x="0" y="254609"/>
                    <a:pt x="0" y="227909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FFD4AF"/>
            </a:solidFill>
            <a:ln w="6906" cap="flat">
              <a:solidFill>
                <a:srgbClr val="C67E22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65" name="任意多边形 364"/>
            <p:cNvSpPr/>
            <p:nvPr/>
          </p:nvSpPr>
          <p:spPr>
            <a:xfrm>
              <a:off x="2704" y="8811"/>
              <a:ext cx="1349" cy="391"/>
            </a:xfrm>
            <a:custGeom>
              <a:avLst/>
              <a:gdLst>
                <a:gd name="connisteX0" fmla="*/ 0 w 856359"/>
                <a:gd name="connsiteY0" fmla="*/ 0 h 248628"/>
                <a:gd name="connisteX1" fmla="*/ 856359 w 856359"/>
                <a:gd name="connsiteY1" fmla="*/ 0 h 248628"/>
                <a:gd name="connisteX2" fmla="*/ 856359 w 856359"/>
                <a:gd name="connsiteY2" fmla="*/ 248628 h 248628"/>
                <a:gd name="connisteX3" fmla="*/ 0 w 856359"/>
                <a:gd name="connsiteY3" fmla="*/ 248628 h 248628"/>
                <a:gd name="connisteX4" fmla="*/ 0 w 856359"/>
                <a:gd name="connsiteY4" fmla="*/ 0 h 24862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56360" h="248628">
                  <a:moveTo>
                    <a:pt x="0" y="0"/>
                  </a:moveTo>
                  <a:lnTo>
                    <a:pt x="856360" y="0"/>
                  </a:lnTo>
                  <a:lnTo>
                    <a:pt x="856360" y="248628"/>
                  </a:lnTo>
                  <a:lnTo>
                    <a:pt x="0" y="24862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66" name="图片 365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2694" y="8887"/>
              <a:ext cx="1370" cy="302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74" name="任意多边形 373"/>
            <p:cNvSpPr/>
            <p:nvPr/>
          </p:nvSpPr>
          <p:spPr>
            <a:xfrm>
              <a:off x="2574" y="7959"/>
              <a:ext cx="782" cy="120"/>
            </a:xfrm>
            <a:custGeom>
              <a:avLst/>
              <a:gdLst>
                <a:gd name="connisteX0" fmla="*/ 0 w 443718"/>
                <a:gd name="connsiteY0" fmla="*/ 0 h 0"/>
                <a:gd name="connisteX1" fmla="*/ 443718 w 443718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43719">
                  <a:moveTo>
                    <a:pt x="0" y="0"/>
                  </a:moveTo>
                  <a:lnTo>
                    <a:pt x="443719" y="0"/>
                  </a:lnTo>
                </a:path>
              </a:pathLst>
            </a:custGeom>
            <a:noFill/>
            <a:ln w="19050" cap="flat">
              <a:solidFill>
                <a:srgbClr val="00A6AE"/>
              </a:solidFill>
              <a:custDash>
                <a:ds d="300000" sp="300000"/>
              </a:custDash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77" name="任意多边形 376"/>
            <p:cNvSpPr/>
            <p:nvPr/>
          </p:nvSpPr>
          <p:spPr>
            <a:xfrm flipV="1">
              <a:off x="2574" y="8547"/>
              <a:ext cx="783" cy="120"/>
            </a:xfrm>
            <a:custGeom>
              <a:avLst/>
              <a:gdLst>
                <a:gd name="connisteX0" fmla="*/ 0 w 443718"/>
                <a:gd name="connsiteY0" fmla="*/ 0 h 0"/>
                <a:gd name="connisteX1" fmla="*/ 443718 w 443718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43719">
                  <a:moveTo>
                    <a:pt x="0" y="0"/>
                  </a:moveTo>
                  <a:lnTo>
                    <a:pt x="443719" y="0"/>
                  </a:lnTo>
                </a:path>
              </a:pathLst>
            </a:custGeom>
            <a:noFill/>
            <a:ln w="19050" cap="flat">
              <a:solidFill>
                <a:srgbClr val="00A6AE"/>
              </a:solidFill>
              <a:custDash>
                <a:ds d="300000" sp="300000"/>
              </a:custDash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80" name="任意多边形 379"/>
            <p:cNvSpPr/>
            <p:nvPr/>
          </p:nvSpPr>
          <p:spPr>
            <a:xfrm>
              <a:off x="3368" y="7897"/>
              <a:ext cx="120" cy="206"/>
            </a:xfrm>
            <a:custGeom>
              <a:avLst/>
              <a:gdLst>
                <a:gd name="connisteX0" fmla="*/ 0 w 0"/>
                <a:gd name="connsiteY0" fmla="*/ 0 h 46686"/>
                <a:gd name="connisteX1" fmla="*/ 0 w 0"/>
                <a:gd name="connsiteY1" fmla="*/ 46686 h 4668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46687">
                  <a:moveTo>
                    <a:pt x="0" y="0"/>
                  </a:moveTo>
                  <a:lnTo>
                    <a:pt x="0" y="46687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custDash/>
              <a:miter/>
              <a:tailEnd type="triangle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83" name="任意多边形 382"/>
            <p:cNvSpPr/>
            <p:nvPr/>
          </p:nvSpPr>
          <p:spPr>
            <a:xfrm flipH="1">
              <a:off x="3237" y="8549"/>
              <a:ext cx="131" cy="245"/>
            </a:xfrm>
            <a:custGeom>
              <a:avLst/>
              <a:gdLst>
                <a:gd name="connisteX0" fmla="*/ 0 w 0"/>
                <a:gd name="connsiteY0" fmla="*/ 0 h 60499"/>
                <a:gd name="connisteX1" fmla="*/ 0 w 0"/>
                <a:gd name="connsiteY1" fmla="*/ 60499 h 604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60500">
                  <a:moveTo>
                    <a:pt x="0" y="0"/>
                  </a:moveTo>
                  <a:lnTo>
                    <a:pt x="0" y="60500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custDash/>
              <a:miter/>
              <a:tailEnd type="triangle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86" name="任意多边形 385"/>
            <p:cNvSpPr/>
            <p:nvPr/>
          </p:nvSpPr>
          <p:spPr>
            <a:xfrm>
              <a:off x="3422" y="8539"/>
              <a:ext cx="239" cy="261"/>
            </a:xfrm>
            <a:custGeom>
              <a:avLst/>
              <a:gdLst>
                <a:gd name="connisteX0" fmla="*/ 0 w 151934"/>
                <a:gd name="connsiteY0" fmla="*/ 0 h 165752"/>
                <a:gd name="connisteX1" fmla="*/ 151934 w 151934"/>
                <a:gd name="connsiteY1" fmla="*/ 0 h 165752"/>
                <a:gd name="connisteX2" fmla="*/ 151934 w 151934"/>
                <a:gd name="connsiteY2" fmla="*/ 165752 h 165752"/>
                <a:gd name="connisteX3" fmla="*/ 0 w 151934"/>
                <a:gd name="connsiteY3" fmla="*/ 165752 h 165752"/>
                <a:gd name="connisteX4" fmla="*/ 0 w 151934"/>
                <a:gd name="connsiteY4" fmla="*/ 0 h 1657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51935" h="165752">
                  <a:moveTo>
                    <a:pt x="0" y="0"/>
                  </a:moveTo>
                  <a:lnTo>
                    <a:pt x="151935" y="0"/>
                  </a:lnTo>
                  <a:lnTo>
                    <a:pt x="151935" y="165752"/>
                  </a:lnTo>
                  <a:lnTo>
                    <a:pt x="0" y="16575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87" name="图片 386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3411" y="8522"/>
              <a:ext cx="261" cy="368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89" name="任意多边形 388"/>
            <p:cNvSpPr/>
            <p:nvPr/>
          </p:nvSpPr>
          <p:spPr>
            <a:xfrm>
              <a:off x="4118" y="8191"/>
              <a:ext cx="990" cy="467"/>
            </a:xfrm>
            <a:custGeom>
              <a:avLst/>
              <a:gdLst>
                <a:gd name="connisteX0" fmla="*/ 0 w 628457"/>
                <a:gd name="connsiteY0" fmla="*/ 0 h 296972"/>
                <a:gd name="connisteX1" fmla="*/ 628457 w 628457"/>
                <a:gd name="connsiteY1" fmla="*/ 0 h 296972"/>
                <a:gd name="connisteX2" fmla="*/ 628457 w 628457"/>
                <a:gd name="connsiteY2" fmla="*/ 296972 h 296972"/>
                <a:gd name="connisteX3" fmla="*/ 0 w 628457"/>
                <a:gd name="connsiteY3" fmla="*/ 296972 h 296972"/>
                <a:gd name="connisteX4" fmla="*/ 0 w 628457"/>
                <a:gd name="connsiteY4" fmla="*/ 0 h 29697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28457" h="296973">
                  <a:moveTo>
                    <a:pt x="0" y="0"/>
                  </a:moveTo>
                  <a:lnTo>
                    <a:pt x="628457" y="0"/>
                  </a:lnTo>
                  <a:lnTo>
                    <a:pt x="628457" y="296973"/>
                  </a:lnTo>
                  <a:lnTo>
                    <a:pt x="0" y="296973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90" name="图片 389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4107" y="8229"/>
              <a:ext cx="1012" cy="457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92" name="任意多边形 391"/>
            <p:cNvSpPr/>
            <p:nvPr/>
          </p:nvSpPr>
          <p:spPr>
            <a:xfrm>
              <a:off x="3371" y="9231"/>
              <a:ext cx="120" cy="258"/>
            </a:xfrm>
            <a:custGeom>
              <a:avLst/>
              <a:gdLst>
                <a:gd name="connisteX0" fmla="*/ 0 w 0"/>
                <a:gd name="connsiteY0" fmla="*/ 0 h 60499"/>
                <a:gd name="connisteX1" fmla="*/ 0 w 0"/>
                <a:gd name="connsiteY1" fmla="*/ 60499 h 604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60500">
                  <a:moveTo>
                    <a:pt x="0" y="0"/>
                  </a:moveTo>
                  <a:lnTo>
                    <a:pt x="0" y="60500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custDash/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5" name="任意多边形 394"/>
            <p:cNvSpPr/>
            <p:nvPr/>
          </p:nvSpPr>
          <p:spPr>
            <a:xfrm>
              <a:off x="2025" y="9490"/>
              <a:ext cx="2447" cy="435"/>
            </a:xfrm>
            <a:custGeom>
              <a:avLst/>
              <a:gdLst>
                <a:gd name="connisteX0" fmla="*/ 0 w 1553878"/>
                <a:gd name="connsiteY0" fmla="*/ 48344 h 276253"/>
                <a:gd name="connisteX1" fmla="*/ 46616 w 1553878"/>
                <a:gd name="connsiteY1" fmla="*/ 0 h 276253"/>
                <a:gd name="connisteX2" fmla="*/ 1507261 w 1553878"/>
                <a:gd name="connsiteY2" fmla="*/ 0 h 276253"/>
                <a:gd name="connisteX3" fmla="*/ 1553878 w 1553878"/>
                <a:gd name="connsiteY3" fmla="*/ 48344 h 276253"/>
                <a:gd name="connisteX4" fmla="*/ 1553878 w 1553878"/>
                <a:gd name="connsiteY4" fmla="*/ 227909 h 276253"/>
                <a:gd name="connisteX5" fmla="*/ 1507261 w 1553878"/>
                <a:gd name="connsiteY5" fmla="*/ 276253 h 276253"/>
                <a:gd name="connisteX6" fmla="*/ 46616 w 1553878"/>
                <a:gd name="connsiteY6" fmla="*/ 276253 h 276253"/>
                <a:gd name="connisteX7" fmla="*/ 0 w 1553878"/>
                <a:gd name="connsiteY7" fmla="*/ 227909 h 276253"/>
                <a:gd name="connisteX8" fmla="*/ 0 w 1553878"/>
                <a:gd name="connsiteY8" fmla="*/ 48344 h 27625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553878" h="276254">
                  <a:moveTo>
                    <a:pt x="0" y="48344"/>
                  </a:moveTo>
                  <a:cubicBezTo>
                    <a:pt x="0" y="21645"/>
                    <a:pt x="20871" y="0"/>
                    <a:pt x="46616" y="0"/>
                  </a:cubicBezTo>
                  <a:lnTo>
                    <a:pt x="1507262" y="0"/>
                  </a:lnTo>
                  <a:cubicBezTo>
                    <a:pt x="1533007" y="0"/>
                    <a:pt x="1553878" y="21645"/>
                    <a:pt x="1553878" y="48344"/>
                  </a:cubicBezTo>
                  <a:lnTo>
                    <a:pt x="1553878" y="227909"/>
                  </a:lnTo>
                  <a:cubicBezTo>
                    <a:pt x="1553878" y="254609"/>
                    <a:pt x="1533007" y="276254"/>
                    <a:pt x="1507262" y="276254"/>
                  </a:cubicBezTo>
                  <a:lnTo>
                    <a:pt x="46616" y="276254"/>
                  </a:lnTo>
                  <a:cubicBezTo>
                    <a:pt x="20871" y="276254"/>
                    <a:pt x="0" y="254609"/>
                    <a:pt x="0" y="227909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FFD0AB"/>
            </a:solidFill>
            <a:ln w="6906" cap="flat">
              <a:solidFill>
                <a:srgbClr val="C4751B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6" name="任意多边形 395"/>
            <p:cNvSpPr/>
            <p:nvPr/>
          </p:nvSpPr>
          <p:spPr>
            <a:xfrm>
              <a:off x="2052" y="9507"/>
              <a:ext cx="2382" cy="391"/>
            </a:xfrm>
            <a:custGeom>
              <a:avLst/>
              <a:gdLst>
                <a:gd name="connisteX0" fmla="*/ 0 w 1512441"/>
                <a:gd name="connsiteY0" fmla="*/ 0 h 248628"/>
                <a:gd name="connisteX1" fmla="*/ 1512441 w 1512441"/>
                <a:gd name="connsiteY1" fmla="*/ 0 h 248628"/>
                <a:gd name="connisteX2" fmla="*/ 1512441 w 1512441"/>
                <a:gd name="connsiteY2" fmla="*/ 248628 h 248628"/>
                <a:gd name="connisteX3" fmla="*/ 0 w 1512441"/>
                <a:gd name="connsiteY3" fmla="*/ 248628 h 248628"/>
                <a:gd name="connisteX4" fmla="*/ 0 w 1512441"/>
                <a:gd name="connsiteY4" fmla="*/ 0 h 24862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512441" h="248628">
                  <a:moveTo>
                    <a:pt x="0" y="0"/>
                  </a:moveTo>
                  <a:lnTo>
                    <a:pt x="1512441" y="0"/>
                  </a:lnTo>
                  <a:lnTo>
                    <a:pt x="1512441" y="248628"/>
                  </a:lnTo>
                  <a:lnTo>
                    <a:pt x="0" y="24862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97" name="图片 396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2041" y="9588"/>
              <a:ext cx="2404" cy="28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99" name="任意多边形 398"/>
            <p:cNvSpPr/>
            <p:nvPr/>
          </p:nvSpPr>
          <p:spPr>
            <a:xfrm>
              <a:off x="5809" y="7457"/>
              <a:ext cx="1240" cy="543"/>
            </a:xfrm>
            <a:custGeom>
              <a:avLst/>
              <a:gdLst>
                <a:gd name="connisteX0" fmla="*/ 0 w 787298"/>
                <a:gd name="connsiteY0" fmla="*/ 48344 h 345317"/>
                <a:gd name="connisteX1" fmla="*/ 47237 w 787298"/>
                <a:gd name="connsiteY1" fmla="*/ 0 h 345317"/>
                <a:gd name="connisteX2" fmla="*/ 740060 w 787298"/>
                <a:gd name="connsiteY2" fmla="*/ 0 h 345317"/>
                <a:gd name="connisteX3" fmla="*/ 787298 w 787298"/>
                <a:gd name="connsiteY3" fmla="*/ 48344 h 345317"/>
                <a:gd name="connisteX4" fmla="*/ 787298 w 787298"/>
                <a:gd name="connsiteY4" fmla="*/ 296972 h 345317"/>
                <a:gd name="connisteX5" fmla="*/ 740060 w 787298"/>
                <a:gd name="connsiteY5" fmla="*/ 345317 h 345317"/>
                <a:gd name="connisteX6" fmla="*/ 47237 w 787298"/>
                <a:gd name="connsiteY6" fmla="*/ 345317 h 345317"/>
                <a:gd name="connisteX7" fmla="*/ 0 w 787298"/>
                <a:gd name="connsiteY7" fmla="*/ 296972 h 345317"/>
                <a:gd name="connisteX8" fmla="*/ 0 w 787298"/>
                <a:gd name="connsiteY8" fmla="*/ 48344 h 34531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787298" h="345317">
                  <a:moveTo>
                    <a:pt x="0" y="48344"/>
                  </a:moveTo>
                  <a:cubicBezTo>
                    <a:pt x="0" y="21645"/>
                    <a:pt x="21149" y="0"/>
                    <a:pt x="47238" y="0"/>
                  </a:cubicBezTo>
                  <a:lnTo>
                    <a:pt x="740060" y="0"/>
                  </a:lnTo>
                  <a:cubicBezTo>
                    <a:pt x="766149" y="0"/>
                    <a:pt x="787298" y="21645"/>
                    <a:pt x="787298" y="48344"/>
                  </a:cubicBezTo>
                  <a:lnTo>
                    <a:pt x="787298" y="296973"/>
                  </a:lnTo>
                  <a:cubicBezTo>
                    <a:pt x="787298" y="323673"/>
                    <a:pt x="766149" y="345317"/>
                    <a:pt x="740060" y="345317"/>
                  </a:cubicBezTo>
                  <a:lnTo>
                    <a:pt x="47238" y="345317"/>
                  </a:lnTo>
                  <a:cubicBezTo>
                    <a:pt x="21149" y="345317"/>
                    <a:pt x="0" y="323673"/>
                    <a:pt x="0" y="296973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EAF9FC"/>
            </a:solidFill>
            <a:ln w="6906" cap="flat">
              <a:solidFill>
                <a:srgbClr val="009AAD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00" name="任意多边形 399"/>
            <p:cNvSpPr/>
            <p:nvPr/>
          </p:nvSpPr>
          <p:spPr>
            <a:xfrm>
              <a:off x="5837" y="7473"/>
              <a:ext cx="1174" cy="500"/>
            </a:xfrm>
            <a:custGeom>
              <a:avLst/>
              <a:gdLst>
                <a:gd name="connisteX0" fmla="*/ 0 w 745861"/>
                <a:gd name="connsiteY0" fmla="*/ 0 h 317691"/>
                <a:gd name="connisteX1" fmla="*/ 745861 w 745861"/>
                <a:gd name="connsiteY1" fmla="*/ 0 h 317691"/>
                <a:gd name="connisteX2" fmla="*/ 745861 w 745861"/>
                <a:gd name="connsiteY2" fmla="*/ 317691 h 317691"/>
                <a:gd name="connisteX3" fmla="*/ 0 w 745861"/>
                <a:gd name="connsiteY3" fmla="*/ 317691 h 317691"/>
                <a:gd name="connisteX4" fmla="*/ 0 w 745861"/>
                <a:gd name="connsiteY4" fmla="*/ 0 h 3176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45862" h="317692">
                  <a:moveTo>
                    <a:pt x="0" y="0"/>
                  </a:moveTo>
                  <a:lnTo>
                    <a:pt x="745862" y="0"/>
                  </a:lnTo>
                  <a:lnTo>
                    <a:pt x="745862" y="317692"/>
                  </a:lnTo>
                  <a:lnTo>
                    <a:pt x="0" y="31769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01" name="图片 400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5826" y="7495"/>
              <a:ext cx="1196" cy="51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03" name="任意多边形 402"/>
            <p:cNvSpPr/>
            <p:nvPr/>
          </p:nvSpPr>
          <p:spPr>
            <a:xfrm>
              <a:off x="5771" y="8017"/>
              <a:ext cx="1305" cy="272"/>
            </a:xfrm>
            <a:custGeom>
              <a:avLst/>
              <a:gdLst>
                <a:gd name="connisteX0" fmla="*/ 0 w 828735"/>
                <a:gd name="connsiteY0" fmla="*/ 0 h 172658"/>
                <a:gd name="connisteX1" fmla="*/ 828735 w 828735"/>
                <a:gd name="connsiteY1" fmla="*/ 0 h 172658"/>
                <a:gd name="connisteX2" fmla="*/ 828735 w 828735"/>
                <a:gd name="connsiteY2" fmla="*/ 172658 h 172658"/>
                <a:gd name="connisteX3" fmla="*/ 0 w 828735"/>
                <a:gd name="connsiteY3" fmla="*/ 172658 h 172658"/>
                <a:gd name="connisteX4" fmla="*/ 0 w 828735"/>
                <a:gd name="connsiteY4" fmla="*/ 0 h 17265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35" h="172659">
                  <a:moveTo>
                    <a:pt x="0" y="0"/>
                  </a:moveTo>
                  <a:lnTo>
                    <a:pt x="828735" y="0"/>
                  </a:lnTo>
                  <a:lnTo>
                    <a:pt x="828735" y="172659"/>
                  </a:lnTo>
                  <a:lnTo>
                    <a:pt x="0" y="172659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04" name="图片 403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760" y="8060"/>
              <a:ext cx="1327" cy="250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06" name="任意多边形 405"/>
            <p:cNvSpPr/>
            <p:nvPr/>
          </p:nvSpPr>
          <p:spPr>
            <a:xfrm>
              <a:off x="7267" y="7370"/>
              <a:ext cx="1414" cy="522"/>
            </a:xfrm>
            <a:custGeom>
              <a:avLst/>
              <a:gdLst>
                <a:gd name="connisteX0" fmla="*/ 0 w 897796"/>
                <a:gd name="connsiteY0" fmla="*/ 48068 h 331504"/>
                <a:gd name="connisteX1" fmla="*/ 44889 w 897796"/>
                <a:gd name="connsiteY1" fmla="*/ 0 h 331504"/>
                <a:gd name="connisteX2" fmla="*/ 852906 w 897796"/>
                <a:gd name="connsiteY2" fmla="*/ 0 h 331504"/>
                <a:gd name="connisteX3" fmla="*/ 897796 w 897796"/>
                <a:gd name="connsiteY3" fmla="*/ 48068 h 331504"/>
                <a:gd name="connisteX4" fmla="*/ 897796 w 897796"/>
                <a:gd name="connsiteY4" fmla="*/ 283436 h 331504"/>
                <a:gd name="connisteX5" fmla="*/ 852906 w 897796"/>
                <a:gd name="connsiteY5" fmla="*/ 331504 h 331504"/>
                <a:gd name="connisteX6" fmla="*/ 44889 w 897796"/>
                <a:gd name="connsiteY6" fmla="*/ 331504 h 331504"/>
                <a:gd name="connisteX7" fmla="*/ 0 w 897796"/>
                <a:gd name="connsiteY7" fmla="*/ 283436 h 331504"/>
                <a:gd name="connisteX8" fmla="*/ 0 w 897796"/>
                <a:gd name="connsiteY8" fmla="*/ 48068 h 33150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897796" h="331505">
                  <a:moveTo>
                    <a:pt x="0" y="48068"/>
                  </a:moveTo>
                  <a:cubicBezTo>
                    <a:pt x="0" y="21521"/>
                    <a:pt x="20098" y="0"/>
                    <a:pt x="44890" y="0"/>
                  </a:cubicBezTo>
                  <a:lnTo>
                    <a:pt x="852906" y="0"/>
                  </a:lnTo>
                  <a:cubicBezTo>
                    <a:pt x="877698" y="0"/>
                    <a:pt x="897796" y="21521"/>
                    <a:pt x="897796" y="48068"/>
                  </a:cubicBezTo>
                  <a:lnTo>
                    <a:pt x="897796" y="283436"/>
                  </a:lnTo>
                  <a:cubicBezTo>
                    <a:pt x="897796" y="309984"/>
                    <a:pt x="877698" y="331505"/>
                    <a:pt x="852906" y="331505"/>
                  </a:cubicBezTo>
                  <a:lnTo>
                    <a:pt x="44890" y="331505"/>
                  </a:lnTo>
                  <a:cubicBezTo>
                    <a:pt x="20098" y="331505"/>
                    <a:pt x="0" y="309984"/>
                    <a:pt x="0" y="283436"/>
                  </a:cubicBezTo>
                  <a:lnTo>
                    <a:pt x="0" y="48068"/>
                  </a:lnTo>
                  <a:close/>
                </a:path>
              </a:pathLst>
            </a:custGeom>
            <a:solidFill>
              <a:srgbClr val="EDF7FF"/>
            </a:solidFill>
            <a:ln w="6906" cap="flat">
              <a:solidFill>
                <a:srgbClr val="C67E22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07" name="任意多边形 406"/>
            <p:cNvSpPr/>
            <p:nvPr/>
          </p:nvSpPr>
          <p:spPr>
            <a:xfrm>
              <a:off x="7294" y="7386"/>
              <a:ext cx="1349" cy="478"/>
            </a:xfrm>
            <a:custGeom>
              <a:avLst/>
              <a:gdLst>
                <a:gd name="connisteX0" fmla="*/ 0 w 856359"/>
                <a:gd name="connsiteY0" fmla="*/ 0 h 303879"/>
                <a:gd name="connisteX1" fmla="*/ 856359 w 856359"/>
                <a:gd name="connsiteY1" fmla="*/ 0 h 303879"/>
                <a:gd name="connisteX2" fmla="*/ 856359 w 856359"/>
                <a:gd name="connsiteY2" fmla="*/ 303879 h 303879"/>
                <a:gd name="connisteX3" fmla="*/ 0 w 856359"/>
                <a:gd name="connsiteY3" fmla="*/ 303879 h 303879"/>
                <a:gd name="connisteX4" fmla="*/ 0 w 856359"/>
                <a:gd name="connsiteY4" fmla="*/ 0 h 30387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56360" h="303879">
                  <a:moveTo>
                    <a:pt x="0" y="0"/>
                  </a:moveTo>
                  <a:lnTo>
                    <a:pt x="856360" y="0"/>
                  </a:lnTo>
                  <a:lnTo>
                    <a:pt x="856360" y="303879"/>
                  </a:lnTo>
                  <a:lnTo>
                    <a:pt x="0" y="303879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08" name="图片 407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83" y="7380"/>
              <a:ext cx="1370" cy="552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10" name="任意多边形 409"/>
            <p:cNvSpPr/>
            <p:nvPr/>
          </p:nvSpPr>
          <p:spPr>
            <a:xfrm>
              <a:off x="7267" y="8109"/>
              <a:ext cx="1414" cy="435"/>
            </a:xfrm>
            <a:custGeom>
              <a:avLst/>
              <a:gdLst>
                <a:gd name="connisteX0" fmla="*/ 0 w 897796"/>
                <a:gd name="connsiteY0" fmla="*/ 48344 h 276253"/>
                <a:gd name="connisteX1" fmla="*/ 44889 w 897796"/>
                <a:gd name="connsiteY1" fmla="*/ 0 h 276253"/>
                <a:gd name="connisteX2" fmla="*/ 852906 w 897796"/>
                <a:gd name="connsiteY2" fmla="*/ 0 h 276253"/>
                <a:gd name="connisteX3" fmla="*/ 897796 w 897796"/>
                <a:gd name="connsiteY3" fmla="*/ 48344 h 276253"/>
                <a:gd name="connisteX4" fmla="*/ 897796 w 897796"/>
                <a:gd name="connsiteY4" fmla="*/ 227909 h 276253"/>
                <a:gd name="connisteX5" fmla="*/ 852906 w 897796"/>
                <a:gd name="connsiteY5" fmla="*/ 276253 h 276253"/>
                <a:gd name="connisteX6" fmla="*/ 44889 w 897796"/>
                <a:gd name="connsiteY6" fmla="*/ 276253 h 276253"/>
                <a:gd name="connisteX7" fmla="*/ 0 w 897796"/>
                <a:gd name="connsiteY7" fmla="*/ 227909 h 276253"/>
                <a:gd name="connisteX8" fmla="*/ 0 w 897796"/>
                <a:gd name="connsiteY8" fmla="*/ 48344 h 27625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897796" h="276254">
                  <a:moveTo>
                    <a:pt x="0" y="48344"/>
                  </a:moveTo>
                  <a:cubicBezTo>
                    <a:pt x="0" y="21645"/>
                    <a:pt x="20098" y="0"/>
                    <a:pt x="44890" y="0"/>
                  </a:cubicBezTo>
                  <a:lnTo>
                    <a:pt x="852906" y="0"/>
                  </a:lnTo>
                  <a:cubicBezTo>
                    <a:pt x="877698" y="0"/>
                    <a:pt x="897796" y="21645"/>
                    <a:pt x="897796" y="48344"/>
                  </a:cubicBezTo>
                  <a:lnTo>
                    <a:pt x="897796" y="227909"/>
                  </a:lnTo>
                  <a:cubicBezTo>
                    <a:pt x="897796" y="254609"/>
                    <a:pt x="877698" y="276254"/>
                    <a:pt x="852906" y="276254"/>
                  </a:cubicBezTo>
                  <a:lnTo>
                    <a:pt x="44890" y="276254"/>
                  </a:lnTo>
                  <a:cubicBezTo>
                    <a:pt x="20098" y="276254"/>
                    <a:pt x="0" y="254609"/>
                    <a:pt x="0" y="227909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DCEBFC"/>
            </a:solidFill>
            <a:ln w="6906" cap="flat">
              <a:solidFill>
                <a:srgbClr val="C67E22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1" name="任意多边形 410"/>
            <p:cNvSpPr/>
            <p:nvPr/>
          </p:nvSpPr>
          <p:spPr>
            <a:xfrm>
              <a:off x="7294" y="8125"/>
              <a:ext cx="1349" cy="392"/>
            </a:xfrm>
            <a:custGeom>
              <a:avLst/>
              <a:gdLst>
                <a:gd name="connisteX0" fmla="*/ 0 w 856359"/>
                <a:gd name="connsiteY0" fmla="*/ 0 h 248628"/>
                <a:gd name="connisteX1" fmla="*/ 856359 w 856359"/>
                <a:gd name="connsiteY1" fmla="*/ 0 h 248628"/>
                <a:gd name="connisteX2" fmla="*/ 856359 w 856359"/>
                <a:gd name="connsiteY2" fmla="*/ 248628 h 248628"/>
                <a:gd name="connisteX3" fmla="*/ 0 w 856359"/>
                <a:gd name="connsiteY3" fmla="*/ 248628 h 248628"/>
                <a:gd name="connisteX4" fmla="*/ 0 w 856359"/>
                <a:gd name="connsiteY4" fmla="*/ 0 h 24862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56360" h="248628">
                  <a:moveTo>
                    <a:pt x="0" y="0"/>
                  </a:moveTo>
                  <a:lnTo>
                    <a:pt x="856360" y="0"/>
                  </a:lnTo>
                  <a:lnTo>
                    <a:pt x="856360" y="248628"/>
                  </a:lnTo>
                  <a:lnTo>
                    <a:pt x="0" y="24862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12" name="图片 411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83" y="8202"/>
              <a:ext cx="1370" cy="30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14" name="任意多边形 413"/>
            <p:cNvSpPr/>
            <p:nvPr/>
          </p:nvSpPr>
          <p:spPr>
            <a:xfrm>
              <a:off x="7267" y="8794"/>
              <a:ext cx="1414" cy="435"/>
            </a:xfrm>
            <a:custGeom>
              <a:avLst/>
              <a:gdLst>
                <a:gd name="connisteX0" fmla="*/ 0 w 897796"/>
                <a:gd name="connsiteY0" fmla="*/ 48344 h 276253"/>
                <a:gd name="connisteX1" fmla="*/ 44889 w 897796"/>
                <a:gd name="connsiteY1" fmla="*/ 0 h 276253"/>
                <a:gd name="connisteX2" fmla="*/ 852906 w 897796"/>
                <a:gd name="connsiteY2" fmla="*/ 0 h 276253"/>
                <a:gd name="connisteX3" fmla="*/ 897796 w 897796"/>
                <a:gd name="connsiteY3" fmla="*/ 48344 h 276253"/>
                <a:gd name="connisteX4" fmla="*/ 897796 w 897796"/>
                <a:gd name="connsiteY4" fmla="*/ 227909 h 276253"/>
                <a:gd name="connisteX5" fmla="*/ 852906 w 897796"/>
                <a:gd name="connsiteY5" fmla="*/ 276253 h 276253"/>
                <a:gd name="connisteX6" fmla="*/ 44889 w 897796"/>
                <a:gd name="connsiteY6" fmla="*/ 276253 h 276253"/>
                <a:gd name="connisteX7" fmla="*/ 0 w 897796"/>
                <a:gd name="connsiteY7" fmla="*/ 227909 h 276253"/>
                <a:gd name="connisteX8" fmla="*/ 0 w 897796"/>
                <a:gd name="connsiteY8" fmla="*/ 48344 h 27625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897796" h="276254">
                  <a:moveTo>
                    <a:pt x="0" y="48344"/>
                  </a:moveTo>
                  <a:cubicBezTo>
                    <a:pt x="0" y="21645"/>
                    <a:pt x="20098" y="0"/>
                    <a:pt x="44890" y="0"/>
                  </a:cubicBezTo>
                  <a:lnTo>
                    <a:pt x="852906" y="0"/>
                  </a:lnTo>
                  <a:cubicBezTo>
                    <a:pt x="877698" y="0"/>
                    <a:pt x="897796" y="21645"/>
                    <a:pt x="897796" y="48344"/>
                  </a:cubicBezTo>
                  <a:lnTo>
                    <a:pt x="897796" y="227909"/>
                  </a:lnTo>
                  <a:cubicBezTo>
                    <a:pt x="897796" y="254609"/>
                    <a:pt x="877698" y="276254"/>
                    <a:pt x="852906" y="276254"/>
                  </a:cubicBezTo>
                  <a:lnTo>
                    <a:pt x="44890" y="276254"/>
                  </a:lnTo>
                  <a:cubicBezTo>
                    <a:pt x="20098" y="276254"/>
                    <a:pt x="0" y="254609"/>
                    <a:pt x="0" y="227909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FFD4AF"/>
            </a:solidFill>
            <a:ln w="6906" cap="flat">
              <a:solidFill>
                <a:srgbClr val="C67E22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5" name="任意多边形 414"/>
            <p:cNvSpPr/>
            <p:nvPr/>
          </p:nvSpPr>
          <p:spPr>
            <a:xfrm>
              <a:off x="7294" y="8811"/>
              <a:ext cx="1349" cy="391"/>
            </a:xfrm>
            <a:custGeom>
              <a:avLst/>
              <a:gdLst>
                <a:gd name="connisteX0" fmla="*/ 0 w 856359"/>
                <a:gd name="connsiteY0" fmla="*/ 0 h 248628"/>
                <a:gd name="connisteX1" fmla="*/ 856359 w 856359"/>
                <a:gd name="connsiteY1" fmla="*/ 0 h 248628"/>
                <a:gd name="connisteX2" fmla="*/ 856359 w 856359"/>
                <a:gd name="connsiteY2" fmla="*/ 248628 h 248628"/>
                <a:gd name="connisteX3" fmla="*/ 0 w 856359"/>
                <a:gd name="connsiteY3" fmla="*/ 248628 h 248628"/>
                <a:gd name="connisteX4" fmla="*/ 0 w 856359"/>
                <a:gd name="connsiteY4" fmla="*/ 0 h 24862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56360" h="248628">
                  <a:moveTo>
                    <a:pt x="0" y="0"/>
                  </a:moveTo>
                  <a:lnTo>
                    <a:pt x="856360" y="0"/>
                  </a:lnTo>
                  <a:lnTo>
                    <a:pt x="856360" y="248628"/>
                  </a:lnTo>
                  <a:lnTo>
                    <a:pt x="0" y="24862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16" name="图片 415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83" y="8887"/>
              <a:ext cx="1370" cy="302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18" name="任意多边形 417"/>
            <p:cNvSpPr/>
            <p:nvPr/>
          </p:nvSpPr>
          <p:spPr>
            <a:xfrm>
              <a:off x="7044" y="7690"/>
              <a:ext cx="120" cy="968"/>
            </a:xfrm>
            <a:custGeom>
              <a:avLst/>
              <a:gdLst>
                <a:gd name="connisteX0" fmla="*/ 0 w 60912"/>
                <a:gd name="connsiteY0" fmla="*/ 0 h 821854"/>
                <a:gd name="connisteX1" fmla="*/ 27624 w 60912"/>
                <a:gd name="connsiteY1" fmla="*/ 0 h 821854"/>
                <a:gd name="connisteX2" fmla="*/ 27624 w 60912"/>
                <a:gd name="connsiteY2" fmla="*/ 442006 h 821854"/>
                <a:gd name="connisteX3" fmla="*/ 27624 w 60912"/>
                <a:gd name="connsiteY3" fmla="*/ 821854 h 821854"/>
                <a:gd name="connisteX4" fmla="*/ 60912 w 60912"/>
                <a:gd name="connsiteY4" fmla="*/ 821854 h 82185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0912" h="821855">
                  <a:moveTo>
                    <a:pt x="0" y="0"/>
                  </a:moveTo>
                  <a:lnTo>
                    <a:pt x="27625" y="0"/>
                  </a:lnTo>
                  <a:lnTo>
                    <a:pt x="27625" y="442006"/>
                  </a:lnTo>
                  <a:lnTo>
                    <a:pt x="27625" y="821855"/>
                  </a:lnTo>
                  <a:lnTo>
                    <a:pt x="60912" y="821855"/>
                  </a:lnTo>
                </a:path>
              </a:pathLst>
            </a:custGeom>
            <a:noFill/>
            <a:ln w="19050" cap="flat">
              <a:solidFill>
                <a:srgbClr val="00A6AE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24" name="任意多边形 423"/>
            <p:cNvSpPr/>
            <p:nvPr/>
          </p:nvSpPr>
          <p:spPr>
            <a:xfrm flipV="1">
              <a:off x="7097" y="7840"/>
              <a:ext cx="860" cy="151"/>
            </a:xfrm>
            <a:custGeom>
              <a:avLst/>
              <a:gdLst>
                <a:gd name="connisteX0" fmla="*/ 0 w 443718"/>
                <a:gd name="connsiteY0" fmla="*/ 0 h 0"/>
                <a:gd name="connisteX1" fmla="*/ 443718 w 443718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43719">
                  <a:moveTo>
                    <a:pt x="0" y="0"/>
                  </a:moveTo>
                  <a:lnTo>
                    <a:pt x="443719" y="0"/>
                  </a:lnTo>
                </a:path>
              </a:pathLst>
            </a:custGeom>
            <a:noFill/>
            <a:ln w="19050" cap="flat">
              <a:solidFill>
                <a:srgbClr val="00A6AE"/>
              </a:solidFill>
              <a:custDash>
                <a:ds d="300000" sp="300000"/>
              </a:custDash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27" name="任意多边形 426"/>
            <p:cNvSpPr/>
            <p:nvPr/>
          </p:nvSpPr>
          <p:spPr>
            <a:xfrm flipV="1">
              <a:off x="7097" y="8538"/>
              <a:ext cx="860" cy="120"/>
            </a:xfrm>
            <a:custGeom>
              <a:avLst/>
              <a:gdLst>
                <a:gd name="connisteX0" fmla="*/ 0 w 443718"/>
                <a:gd name="connsiteY0" fmla="*/ 0 h 0"/>
                <a:gd name="connisteX1" fmla="*/ 443718 w 443718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43719">
                  <a:moveTo>
                    <a:pt x="0" y="0"/>
                  </a:moveTo>
                  <a:lnTo>
                    <a:pt x="443719" y="0"/>
                  </a:lnTo>
                </a:path>
              </a:pathLst>
            </a:custGeom>
            <a:noFill/>
            <a:ln w="19050" cap="flat">
              <a:solidFill>
                <a:srgbClr val="00A6AE"/>
              </a:solidFill>
              <a:custDash>
                <a:ds d="300000" sp="300000"/>
              </a:custDash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0" name="任意多边形 429"/>
            <p:cNvSpPr/>
            <p:nvPr/>
          </p:nvSpPr>
          <p:spPr>
            <a:xfrm flipH="1">
              <a:off x="7841" y="7897"/>
              <a:ext cx="120" cy="213"/>
            </a:xfrm>
            <a:custGeom>
              <a:avLst/>
              <a:gdLst>
                <a:gd name="connisteX0" fmla="*/ 0 w 0"/>
                <a:gd name="connsiteY0" fmla="*/ 0 h 46686"/>
                <a:gd name="connisteX1" fmla="*/ 0 w 0"/>
                <a:gd name="connsiteY1" fmla="*/ 46686 h 4668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46687">
                  <a:moveTo>
                    <a:pt x="0" y="0"/>
                  </a:moveTo>
                  <a:lnTo>
                    <a:pt x="0" y="46687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custDash/>
              <a:miter/>
              <a:tailEnd type="triangle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3" name="任意多边形 432"/>
            <p:cNvSpPr/>
            <p:nvPr/>
          </p:nvSpPr>
          <p:spPr>
            <a:xfrm flipH="1">
              <a:off x="7841" y="8549"/>
              <a:ext cx="120" cy="246"/>
            </a:xfrm>
            <a:custGeom>
              <a:avLst/>
              <a:gdLst>
                <a:gd name="connisteX0" fmla="*/ 0 w 0"/>
                <a:gd name="connsiteY0" fmla="*/ 0 h 60499"/>
                <a:gd name="connisteX1" fmla="*/ 0 w 0"/>
                <a:gd name="connsiteY1" fmla="*/ 60499 h 604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60500">
                  <a:moveTo>
                    <a:pt x="0" y="0"/>
                  </a:moveTo>
                  <a:lnTo>
                    <a:pt x="0" y="60500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custDash/>
              <a:miter/>
              <a:tailEnd type="triangle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6" name="任意多边形 435"/>
            <p:cNvSpPr/>
            <p:nvPr/>
          </p:nvSpPr>
          <p:spPr>
            <a:xfrm>
              <a:off x="8012" y="8539"/>
              <a:ext cx="239" cy="261"/>
            </a:xfrm>
            <a:custGeom>
              <a:avLst/>
              <a:gdLst>
                <a:gd name="connisteX0" fmla="*/ 0 w 151934"/>
                <a:gd name="connsiteY0" fmla="*/ 0 h 165752"/>
                <a:gd name="connisteX1" fmla="*/ 151934 w 151934"/>
                <a:gd name="connsiteY1" fmla="*/ 0 h 165752"/>
                <a:gd name="connisteX2" fmla="*/ 151934 w 151934"/>
                <a:gd name="connsiteY2" fmla="*/ 165752 h 165752"/>
                <a:gd name="connisteX3" fmla="*/ 0 w 151934"/>
                <a:gd name="connsiteY3" fmla="*/ 165752 h 165752"/>
                <a:gd name="connisteX4" fmla="*/ 0 w 151934"/>
                <a:gd name="connsiteY4" fmla="*/ 0 h 1657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51935" h="165752">
                  <a:moveTo>
                    <a:pt x="0" y="0"/>
                  </a:moveTo>
                  <a:lnTo>
                    <a:pt x="151935" y="0"/>
                  </a:lnTo>
                  <a:lnTo>
                    <a:pt x="151935" y="165752"/>
                  </a:lnTo>
                  <a:lnTo>
                    <a:pt x="0" y="16575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37" name="图片 436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8001" y="8522"/>
              <a:ext cx="261" cy="368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39" name="任意多边形 438"/>
            <p:cNvSpPr/>
            <p:nvPr/>
          </p:nvSpPr>
          <p:spPr>
            <a:xfrm>
              <a:off x="8708" y="8191"/>
              <a:ext cx="990" cy="467"/>
            </a:xfrm>
            <a:custGeom>
              <a:avLst/>
              <a:gdLst>
                <a:gd name="connisteX0" fmla="*/ 0 w 628457"/>
                <a:gd name="connsiteY0" fmla="*/ 0 h 296972"/>
                <a:gd name="connisteX1" fmla="*/ 628457 w 628457"/>
                <a:gd name="connsiteY1" fmla="*/ 0 h 296972"/>
                <a:gd name="connisteX2" fmla="*/ 628457 w 628457"/>
                <a:gd name="connsiteY2" fmla="*/ 296972 h 296972"/>
                <a:gd name="connisteX3" fmla="*/ 0 w 628457"/>
                <a:gd name="connsiteY3" fmla="*/ 296972 h 296972"/>
                <a:gd name="connisteX4" fmla="*/ 0 w 628457"/>
                <a:gd name="connsiteY4" fmla="*/ 0 h 29697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28457" h="296973">
                  <a:moveTo>
                    <a:pt x="0" y="0"/>
                  </a:moveTo>
                  <a:lnTo>
                    <a:pt x="628457" y="0"/>
                  </a:lnTo>
                  <a:lnTo>
                    <a:pt x="628457" y="296973"/>
                  </a:lnTo>
                  <a:lnTo>
                    <a:pt x="0" y="296973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40" name="图片 439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8697" y="8229"/>
              <a:ext cx="1011" cy="457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42" name="任意多边形 441"/>
            <p:cNvSpPr/>
            <p:nvPr/>
          </p:nvSpPr>
          <p:spPr>
            <a:xfrm flipH="1">
              <a:off x="7841" y="9229"/>
              <a:ext cx="120" cy="260"/>
            </a:xfrm>
            <a:custGeom>
              <a:avLst/>
              <a:gdLst>
                <a:gd name="connisteX0" fmla="*/ 0 w 0"/>
                <a:gd name="connsiteY0" fmla="*/ 0 h 60499"/>
                <a:gd name="connisteX1" fmla="*/ 0 w 0"/>
                <a:gd name="connsiteY1" fmla="*/ 60499 h 604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60500">
                  <a:moveTo>
                    <a:pt x="0" y="0"/>
                  </a:moveTo>
                  <a:lnTo>
                    <a:pt x="0" y="60500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custDash/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45" name="任意多边形 444"/>
            <p:cNvSpPr/>
            <p:nvPr/>
          </p:nvSpPr>
          <p:spPr>
            <a:xfrm>
              <a:off x="6614" y="9490"/>
              <a:ext cx="2447" cy="435"/>
            </a:xfrm>
            <a:custGeom>
              <a:avLst/>
              <a:gdLst>
                <a:gd name="connisteX0" fmla="*/ 0 w 1553878"/>
                <a:gd name="connsiteY0" fmla="*/ 48344 h 276253"/>
                <a:gd name="connisteX1" fmla="*/ 46616 w 1553878"/>
                <a:gd name="connsiteY1" fmla="*/ 0 h 276253"/>
                <a:gd name="connisteX2" fmla="*/ 1507261 w 1553878"/>
                <a:gd name="connsiteY2" fmla="*/ 0 h 276253"/>
                <a:gd name="connisteX3" fmla="*/ 1553878 w 1553878"/>
                <a:gd name="connsiteY3" fmla="*/ 48344 h 276253"/>
                <a:gd name="connisteX4" fmla="*/ 1553878 w 1553878"/>
                <a:gd name="connsiteY4" fmla="*/ 227909 h 276253"/>
                <a:gd name="connisteX5" fmla="*/ 1507261 w 1553878"/>
                <a:gd name="connsiteY5" fmla="*/ 276253 h 276253"/>
                <a:gd name="connisteX6" fmla="*/ 46616 w 1553878"/>
                <a:gd name="connsiteY6" fmla="*/ 276253 h 276253"/>
                <a:gd name="connisteX7" fmla="*/ 0 w 1553878"/>
                <a:gd name="connsiteY7" fmla="*/ 227909 h 276253"/>
                <a:gd name="connisteX8" fmla="*/ 0 w 1553878"/>
                <a:gd name="connsiteY8" fmla="*/ 48344 h 27625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553878" h="276254">
                  <a:moveTo>
                    <a:pt x="0" y="48344"/>
                  </a:moveTo>
                  <a:cubicBezTo>
                    <a:pt x="0" y="21645"/>
                    <a:pt x="20871" y="0"/>
                    <a:pt x="46616" y="0"/>
                  </a:cubicBezTo>
                  <a:lnTo>
                    <a:pt x="1507262" y="0"/>
                  </a:lnTo>
                  <a:cubicBezTo>
                    <a:pt x="1533007" y="0"/>
                    <a:pt x="1553878" y="21645"/>
                    <a:pt x="1553878" y="48344"/>
                  </a:cubicBezTo>
                  <a:lnTo>
                    <a:pt x="1553878" y="227909"/>
                  </a:lnTo>
                  <a:cubicBezTo>
                    <a:pt x="1553878" y="254609"/>
                    <a:pt x="1533007" y="276254"/>
                    <a:pt x="1507262" y="276254"/>
                  </a:cubicBezTo>
                  <a:lnTo>
                    <a:pt x="46616" y="276254"/>
                  </a:lnTo>
                  <a:cubicBezTo>
                    <a:pt x="20871" y="276254"/>
                    <a:pt x="0" y="254609"/>
                    <a:pt x="0" y="227909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FFD0AB"/>
            </a:solidFill>
            <a:ln w="6906" cap="flat">
              <a:solidFill>
                <a:srgbClr val="C4751B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46" name="任意多边形 445"/>
            <p:cNvSpPr/>
            <p:nvPr/>
          </p:nvSpPr>
          <p:spPr>
            <a:xfrm>
              <a:off x="6641" y="9507"/>
              <a:ext cx="2382" cy="391"/>
            </a:xfrm>
            <a:custGeom>
              <a:avLst/>
              <a:gdLst>
                <a:gd name="connisteX0" fmla="*/ 0 w 1512441"/>
                <a:gd name="connsiteY0" fmla="*/ 0 h 248628"/>
                <a:gd name="connisteX1" fmla="*/ 1512441 w 1512441"/>
                <a:gd name="connsiteY1" fmla="*/ 0 h 248628"/>
                <a:gd name="connisteX2" fmla="*/ 1512441 w 1512441"/>
                <a:gd name="connsiteY2" fmla="*/ 248628 h 248628"/>
                <a:gd name="connisteX3" fmla="*/ 0 w 1512441"/>
                <a:gd name="connsiteY3" fmla="*/ 248628 h 248628"/>
                <a:gd name="connisteX4" fmla="*/ 0 w 1512441"/>
                <a:gd name="connsiteY4" fmla="*/ 0 h 24862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512441" h="248628">
                  <a:moveTo>
                    <a:pt x="0" y="0"/>
                  </a:moveTo>
                  <a:lnTo>
                    <a:pt x="1512441" y="0"/>
                  </a:lnTo>
                  <a:lnTo>
                    <a:pt x="1512441" y="248628"/>
                  </a:lnTo>
                  <a:lnTo>
                    <a:pt x="0" y="24862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47" name="图片 446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631" y="9588"/>
              <a:ext cx="2403" cy="28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49" name="任意多边形 448"/>
            <p:cNvSpPr/>
            <p:nvPr/>
          </p:nvSpPr>
          <p:spPr>
            <a:xfrm>
              <a:off x="4470" y="7707"/>
              <a:ext cx="1339" cy="2012"/>
            </a:xfrm>
            <a:custGeom>
              <a:avLst/>
              <a:gdLst>
                <a:gd name="connisteX0" fmla="*/ 0 w 679631"/>
                <a:gd name="connsiteY0" fmla="*/ 1277673 h 1277673"/>
                <a:gd name="connisteX1" fmla="*/ 545583 w 679631"/>
                <a:gd name="connsiteY1" fmla="*/ 1277673 h 1277673"/>
                <a:gd name="connisteX2" fmla="*/ 545583 w 679631"/>
                <a:gd name="connsiteY2" fmla="*/ 642290 h 1277673"/>
                <a:gd name="connisteX3" fmla="*/ 545583 w 679631"/>
                <a:gd name="connsiteY3" fmla="*/ 0 h 1277673"/>
                <a:gd name="connisteX4" fmla="*/ 679631 w 679631"/>
                <a:gd name="connsiteY4" fmla="*/ 0 h 127767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79632" h="1277674">
                  <a:moveTo>
                    <a:pt x="0" y="1277674"/>
                  </a:moveTo>
                  <a:lnTo>
                    <a:pt x="545584" y="1277674"/>
                  </a:lnTo>
                  <a:lnTo>
                    <a:pt x="545584" y="642290"/>
                  </a:lnTo>
                  <a:lnTo>
                    <a:pt x="545584" y="0"/>
                  </a:lnTo>
                  <a:lnTo>
                    <a:pt x="679632" y="0"/>
                  </a:lnTo>
                </a:path>
              </a:pathLst>
            </a:custGeom>
            <a:noFill/>
            <a:ln w="25400" cap="flat">
              <a:solidFill>
                <a:srgbClr val="5997FF"/>
              </a:solidFill>
              <a:custDash/>
              <a:miter/>
              <a:tailEnd type="triangl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2" name="任意多边形 451"/>
            <p:cNvSpPr/>
            <p:nvPr/>
          </p:nvSpPr>
          <p:spPr>
            <a:xfrm>
              <a:off x="4586" y="9235"/>
              <a:ext cx="565" cy="326"/>
            </a:xfrm>
            <a:custGeom>
              <a:avLst/>
              <a:gdLst>
                <a:gd name="connisteX0" fmla="*/ 0 w 359118"/>
                <a:gd name="connsiteY0" fmla="*/ 0 h 207190"/>
                <a:gd name="connisteX1" fmla="*/ 359118 w 359118"/>
                <a:gd name="connsiteY1" fmla="*/ 0 h 207190"/>
                <a:gd name="connisteX2" fmla="*/ 359118 w 359118"/>
                <a:gd name="connsiteY2" fmla="*/ 207190 h 207190"/>
                <a:gd name="connisteX3" fmla="*/ 0 w 359118"/>
                <a:gd name="connsiteY3" fmla="*/ 207190 h 207190"/>
                <a:gd name="connisteX4" fmla="*/ 0 w 359118"/>
                <a:gd name="connsiteY4" fmla="*/ 0 h 20719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59119" h="207190">
                  <a:moveTo>
                    <a:pt x="0" y="0"/>
                  </a:moveTo>
                  <a:lnTo>
                    <a:pt x="359119" y="0"/>
                  </a:lnTo>
                  <a:lnTo>
                    <a:pt x="359119" y="207190"/>
                  </a:lnTo>
                  <a:lnTo>
                    <a:pt x="0" y="20719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458" name="任意多边形 457"/>
            <p:cNvSpPr/>
            <p:nvPr/>
          </p:nvSpPr>
          <p:spPr>
            <a:xfrm>
              <a:off x="9263" y="9296"/>
              <a:ext cx="848" cy="326"/>
            </a:xfrm>
            <a:custGeom>
              <a:avLst/>
              <a:gdLst>
                <a:gd name="connisteX0" fmla="*/ 0 w 538677"/>
                <a:gd name="connsiteY0" fmla="*/ 0 h 207190"/>
                <a:gd name="connisteX1" fmla="*/ 538677 w 538677"/>
                <a:gd name="connsiteY1" fmla="*/ 0 h 207190"/>
                <a:gd name="connisteX2" fmla="*/ 538677 w 538677"/>
                <a:gd name="connsiteY2" fmla="*/ 207190 h 207190"/>
                <a:gd name="connisteX3" fmla="*/ 0 w 538677"/>
                <a:gd name="connsiteY3" fmla="*/ 207190 h 207190"/>
                <a:gd name="connisteX4" fmla="*/ 0 w 538677"/>
                <a:gd name="connsiteY4" fmla="*/ 0 h 20719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538678" h="207190">
                  <a:moveTo>
                    <a:pt x="0" y="0"/>
                  </a:moveTo>
                  <a:lnTo>
                    <a:pt x="538678" y="0"/>
                  </a:lnTo>
                  <a:lnTo>
                    <a:pt x="538678" y="207190"/>
                  </a:lnTo>
                  <a:lnTo>
                    <a:pt x="0" y="20719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461" name="任意多边形 460"/>
            <p:cNvSpPr/>
            <p:nvPr/>
          </p:nvSpPr>
          <p:spPr>
            <a:xfrm>
              <a:off x="5064" y="8365"/>
              <a:ext cx="609" cy="380"/>
            </a:xfrm>
            <a:custGeom>
              <a:avLst/>
              <a:gdLst>
                <a:gd name="connisteX0" fmla="*/ 0 w 386743"/>
                <a:gd name="connsiteY0" fmla="*/ 0 h 241722"/>
                <a:gd name="connisteX1" fmla="*/ 386743 w 386743"/>
                <a:gd name="connsiteY1" fmla="*/ 0 h 241722"/>
                <a:gd name="connisteX2" fmla="*/ 386743 w 386743"/>
                <a:gd name="connsiteY2" fmla="*/ 241722 h 241722"/>
                <a:gd name="connisteX3" fmla="*/ 0 w 386743"/>
                <a:gd name="connsiteY3" fmla="*/ 241722 h 241722"/>
                <a:gd name="connisteX4" fmla="*/ 0 w 386743"/>
                <a:gd name="connsiteY4" fmla="*/ 0 h 2417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86743" h="241722">
                  <a:moveTo>
                    <a:pt x="0" y="0"/>
                  </a:moveTo>
                  <a:lnTo>
                    <a:pt x="386743" y="0"/>
                  </a:lnTo>
                  <a:lnTo>
                    <a:pt x="386743" y="241722"/>
                  </a:lnTo>
                  <a:lnTo>
                    <a:pt x="0" y="24172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62" name="图片 461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5054" y="8359"/>
              <a:ext cx="630" cy="50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64" name="任意多边形 463"/>
            <p:cNvSpPr/>
            <p:nvPr/>
          </p:nvSpPr>
          <p:spPr>
            <a:xfrm>
              <a:off x="10225" y="7380"/>
              <a:ext cx="1903" cy="544"/>
            </a:xfrm>
            <a:custGeom>
              <a:avLst/>
              <a:gdLst>
                <a:gd name="connisteX0" fmla="*/ 0 w 1208571"/>
                <a:gd name="connsiteY0" fmla="*/ 48344 h 345317"/>
                <a:gd name="connisteX1" fmla="*/ 48342 w 1208571"/>
                <a:gd name="connsiteY1" fmla="*/ 0 h 345317"/>
                <a:gd name="connisteX2" fmla="*/ 1160229 w 1208571"/>
                <a:gd name="connsiteY2" fmla="*/ 0 h 345317"/>
                <a:gd name="connisteX3" fmla="*/ 1208571 w 1208571"/>
                <a:gd name="connsiteY3" fmla="*/ 48344 h 345317"/>
                <a:gd name="connisteX4" fmla="*/ 1208571 w 1208571"/>
                <a:gd name="connsiteY4" fmla="*/ 296972 h 345317"/>
                <a:gd name="connisteX5" fmla="*/ 1160229 w 1208571"/>
                <a:gd name="connsiteY5" fmla="*/ 345317 h 345317"/>
                <a:gd name="connisteX6" fmla="*/ 48342 w 1208571"/>
                <a:gd name="connsiteY6" fmla="*/ 345317 h 345317"/>
                <a:gd name="connisteX7" fmla="*/ 0 w 1208571"/>
                <a:gd name="connsiteY7" fmla="*/ 296972 h 345317"/>
                <a:gd name="connisteX8" fmla="*/ 0 w 1208571"/>
                <a:gd name="connsiteY8" fmla="*/ 48344 h 34531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208572" h="345317">
                  <a:moveTo>
                    <a:pt x="0" y="48344"/>
                  </a:moveTo>
                  <a:cubicBezTo>
                    <a:pt x="0" y="21645"/>
                    <a:pt x="21644" y="0"/>
                    <a:pt x="48343" y="0"/>
                  </a:cubicBezTo>
                  <a:lnTo>
                    <a:pt x="1160229" y="0"/>
                  </a:lnTo>
                  <a:cubicBezTo>
                    <a:pt x="1186928" y="0"/>
                    <a:pt x="1208572" y="21645"/>
                    <a:pt x="1208572" y="48344"/>
                  </a:cubicBezTo>
                  <a:lnTo>
                    <a:pt x="1208572" y="296973"/>
                  </a:lnTo>
                  <a:cubicBezTo>
                    <a:pt x="1208572" y="323673"/>
                    <a:pt x="1186928" y="345317"/>
                    <a:pt x="1160229" y="345317"/>
                  </a:cubicBezTo>
                  <a:lnTo>
                    <a:pt x="48343" y="345317"/>
                  </a:lnTo>
                  <a:cubicBezTo>
                    <a:pt x="21644" y="345317"/>
                    <a:pt x="0" y="323673"/>
                    <a:pt x="0" y="296973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FFF8E4"/>
            </a:solidFill>
            <a:ln w="6906" cap="flat">
              <a:solidFill>
                <a:srgbClr val="FF861B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5" name="任意多边形 464"/>
            <p:cNvSpPr/>
            <p:nvPr/>
          </p:nvSpPr>
          <p:spPr>
            <a:xfrm>
              <a:off x="10252" y="7397"/>
              <a:ext cx="1838" cy="500"/>
            </a:xfrm>
            <a:custGeom>
              <a:avLst/>
              <a:gdLst>
                <a:gd name="connisteX0" fmla="*/ 0 w 1167135"/>
                <a:gd name="connsiteY0" fmla="*/ 0 h 317691"/>
                <a:gd name="connisteX1" fmla="*/ 1167135 w 1167135"/>
                <a:gd name="connsiteY1" fmla="*/ 0 h 317691"/>
                <a:gd name="connisteX2" fmla="*/ 1167135 w 1167135"/>
                <a:gd name="connsiteY2" fmla="*/ 317691 h 317691"/>
                <a:gd name="connisteX3" fmla="*/ 0 w 1167135"/>
                <a:gd name="connsiteY3" fmla="*/ 317691 h 317691"/>
                <a:gd name="connisteX4" fmla="*/ 0 w 1167135"/>
                <a:gd name="connsiteY4" fmla="*/ 0 h 3176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167135" h="317692">
                  <a:moveTo>
                    <a:pt x="0" y="0"/>
                  </a:moveTo>
                  <a:lnTo>
                    <a:pt x="1167135" y="0"/>
                  </a:lnTo>
                  <a:lnTo>
                    <a:pt x="1167135" y="317692"/>
                  </a:lnTo>
                  <a:lnTo>
                    <a:pt x="0" y="31769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66" name="图片 465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10241" y="7429"/>
              <a:ext cx="1860" cy="493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68" name="任意多边形 467"/>
            <p:cNvSpPr/>
            <p:nvPr/>
          </p:nvSpPr>
          <p:spPr>
            <a:xfrm>
              <a:off x="12313" y="7380"/>
              <a:ext cx="1621" cy="544"/>
            </a:xfrm>
            <a:custGeom>
              <a:avLst/>
              <a:gdLst>
                <a:gd name="connisteX0" fmla="*/ 0 w 1029012"/>
                <a:gd name="connsiteY0" fmla="*/ 48344 h 345317"/>
                <a:gd name="connisteX1" fmla="*/ 46305 w 1029012"/>
                <a:gd name="connsiteY1" fmla="*/ 0 h 345317"/>
                <a:gd name="connisteX2" fmla="*/ 982707 w 1029012"/>
                <a:gd name="connsiteY2" fmla="*/ 0 h 345317"/>
                <a:gd name="connisteX3" fmla="*/ 1029012 w 1029012"/>
                <a:gd name="connsiteY3" fmla="*/ 48344 h 345317"/>
                <a:gd name="connisteX4" fmla="*/ 1029012 w 1029012"/>
                <a:gd name="connsiteY4" fmla="*/ 296972 h 345317"/>
                <a:gd name="connisteX5" fmla="*/ 982707 w 1029012"/>
                <a:gd name="connsiteY5" fmla="*/ 345317 h 345317"/>
                <a:gd name="connisteX6" fmla="*/ 46305 w 1029012"/>
                <a:gd name="connsiteY6" fmla="*/ 345317 h 345317"/>
                <a:gd name="connisteX7" fmla="*/ 0 w 1029012"/>
                <a:gd name="connsiteY7" fmla="*/ 296972 h 345317"/>
                <a:gd name="connisteX8" fmla="*/ 0 w 1029012"/>
                <a:gd name="connsiteY8" fmla="*/ 48344 h 34531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029013" h="345317">
                  <a:moveTo>
                    <a:pt x="0" y="48344"/>
                  </a:moveTo>
                  <a:cubicBezTo>
                    <a:pt x="0" y="21645"/>
                    <a:pt x="20732" y="0"/>
                    <a:pt x="46306" y="0"/>
                  </a:cubicBezTo>
                  <a:lnTo>
                    <a:pt x="982707" y="0"/>
                  </a:lnTo>
                  <a:cubicBezTo>
                    <a:pt x="1008281" y="0"/>
                    <a:pt x="1029013" y="21645"/>
                    <a:pt x="1029013" y="48344"/>
                  </a:cubicBezTo>
                  <a:lnTo>
                    <a:pt x="1029013" y="296973"/>
                  </a:lnTo>
                  <a:cubicBezTo>
                    <a:pt x="1029013" y="323673"/>
                    <a:pt x="1008281" y="345317"/>
                    <a:pt x="982707" y="345317"/>
                  </a:cubicBezTo>
                  <a:lnTo>
                    <a:pt x="46306" y="345317"/>
                  </a:lnTo>
                  <a:cubicBezTo>
                    <a:pt x="20732" y="345317"/>
                    <a:pt x="0" y="323673"/>
                    <a:pt x="0" y="296973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E8F2FF"/>
            </a:solidFill>
            <a:ln w="6906" cap="flat">
              <a:solidFill>
                <a:srgbClr val="A06A28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9" name="任意多边形 468"/>
            <p:cNvSpPr/>
            <p:nvPr/>
          </p:nvSpPr>
          <p:spPr>
            <a:xfrm>
              <a:off x="12340" y="7397"/>
              <a:ext cx="1556" cy="500"/>
            </a:xfrm>
            <a:custGeom>
              <a:avLst/>
              <a:gdLst>
                <a:gd name="connisteX0" fmla="*/ 0 w 987575"/>
                <a:gd name="connsiteY0" fmla="*/ 0 h 317691"/>
                <a:gd name="connisteX1" fmla="*/ 987575 w 987575"/>
                <a:gd name="connsiteY1" fmla="*/ 0 h 317691"/>
                <a:gd name="connisteX2" fmla="*/ 987575 w 987575"/>
                <a:gd name="connsiteY2" fmla="*/ 317691 h 317691"/>
                <a:gd name="connisteX3" fmla="*/ 0 w 987575"/>
                <a:gd name="connsiteY3" fmla="*/ 317691 h 317691"/>
                <a:gd name="connisteX4" fmla="*/ 0 w 987575"/>
                <a:gd name="connsiteY4" fmla="*/ 0 h 3176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987576" h="317692">
                  <a:moveTo>
                    <a:pt x="0" y="0"/>
                  </a:moveTo>
                  <a:lnTo>
                    <a:pt x="987576" y="0"/>
                  </a:lnTo>
                  <a:lnTo>
                    <a:pt x="987576" y="317692"/>
                  </a:lnTo>
                  <a:lnTo>
                    <a:pt x="0" y="31769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70" name="图片 469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12329" y="7457"/>
              <a:ext cx="1577" cy="432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72" name="任意多边形 471"/>
            <p:cNvSpPr/>
            <p:nvPr/>
          </p:nvSpPr>
          <p:spPr>
            <a:xfrm>
              <a:off x="10236" y="8109"/>
              <a:ext cx="1892" cy="337"/>
            </a:xfrm>
            <a:custGeom>
              <a:avLst/>
              <a:gdLst>
                <a:gd name="connisteX0" fmla="*/ 0 w 1201665"/>
                <a:gd name="connsiteY0" fmla="*/ 48171 h 214096"/>
                <a:gd name="connisteX1" fmla="*/ 48066 w 1201665"/>
                <a:gd name="connsiteY1" fmla="*/ 0 h 214096"/>
                <a:gd name="connisteX2" fmla="*/ 1153599 w 1201665"/>
                <a:gd name="connsiteY2" fmla="*/ 0 h 214096"/>
                <a:gd name="connisteX3" fmla="*/ 1201665 w 1201665"/>
                <a:gd name="connsiteY3" fmla="*/ 48171 h 214096"/>
                <a:gd name="connisteX4" fmla="*/ 1201665 w 1201665"/>
                <a:gd name="connsiteY4" fmla="*/ 165924 h 214096"/>
                <a:gd name="connisteX5" fmla="*/ 1153599 w 1201665"/>
                <a:gd name="connsiteY5" fmla="*/ 214096 h 214096"/>
                <a:gd name="connisteX6" fmla="*/ 48066 w 1201665"/>
                <a:gd name="connsiteY6" fmla="*/ 214096 h 214096"/>
                <a:gd name="connisteX7" fmla="*/ 0 w 1201665"/>
                <a:gd name="connsiteY7" fmla="*/ 165924 h 214096"/>
                <a:gd name="connisteX8" fmla="*/ 0 w 1201665"/>
                <a:gd name="connsiteY8" fmla="*/ 48171 h 21409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201666" h="214097">
                  <a:moveTo>
                    <a:pt x="0" y="48172"/>
                  </a:moveTo>
                  <a:cubicBezTo>
                    <a:pt x="0" y="21567"/>
                    <a:pt x="21520" y="0"/>
                    <a:pt x="48067" y="0"/>
                  </a:cubicBezTo>
                  <a:lnTo>
                    <a:pt x="1153599" y="0"/>
                  </a:lnTo>
                  <a:cubicBezTo>
                    <a:pt x="1180146" y="0"/>
                    <a:pt x="1201666" y="21567"/>
                    <a:pt x="1201666" y="48172"/>
                  </a:cubicBezTo>
                  <a:lnTo>
                    <a:pt x="1201666" y="165925"/>
                  </a:lnTo>
                  <a:cubicBezTo>
                    <a:pt x="1201666" y="192529"/>
                    <a:pt x="1180146" y="214097"/>
                    <a:pt x="1153599" y="214097"/>
                  </a:cubicBezTo>
                  <a:lnTo>
                    <a:pt x="48067" y="214097"/>
                  </a:lnTo>
                  <a:cubicBezTo>
                    <a:pt x="21520" y="214097"/>
                    <a:pt x="0" y="192529"/>
                    <a:pt x="0" y="165925"/>
                  </a:cubicBezTo>
                  <a:lnTo>
                    <a:pt x="0" y="48172"/>
                  </a:lnTo>
                  <a:close/>
                </a:path>
              </a:pathLst>
            </a:custGeom>
            <a:solidFill>
              <a:srgbClr val="FFF4D9"/>
            </a:solidFill>
            <a:ln w="6906" cap="flat">
              <a:solidFill>
                <a:srgbClr val="F38C22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73" name="任意多边形 472"/>
            <p:cNvSpPr/>
            <p:nvPr/>
          </p:nvSpPr>
          <p:spPr>
            <a:xfrm>
              <a:off x="10263" y="8125"/>
              <a:ext cx="1827" cy="294"/>
            </a:xfrm>
            <a:custGeom>
              <a:avLst/>
              <a:gdLst>
                <a:gd name="connisteX0" fmla="*/ 0 w 1160229"/>
                <a:gd name="connsiteY0" fmla="*/ 0 h 186471"/>
                <a:gd name="connisteX1" fmla="*/ 1160229 w 1160229"/>
                <a:gd name="connsiteY1" fmla="*/ 0 h 186471"/>
                <a:gd name="connisteX2" fmla="*/ 1160229 w 1160229"/>
                <a:gd name="connsiteY2" fmla="*/ 186471 h 186471"/>
                <a:gd name="connisteX3" fmla="*/ 0 w 1160229"/>
                <a:gd name="connsiteY3" fmla="*/ 186471 h 186471"/>
                <a:gd name="connisteX4" fmla="*/ 0 w 1160229"/>
                <a:gd name="connsiteY4" fmla="*/ 0 h 18647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160229" h="186471">
                  <a:moveTo>
                    <a:pt x="0" y="0"/>
                  </a:moveTo>
                  <a:lnTo>
                    <a:pt x="1160229" y="0"/>
                  </a:lnTo>
                  <a:lnTo>
                    <a:pt x="1160229" y="186471"/>
                  </a:lnTo>
                  <a:lnTo>
                    <a:pt x="0" y="186471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74" name="图片 473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10252" y="8174"/>
              <a:ext cx="1849" cy="237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76" name="任意多边形 475"/>
            <p:cNvSpPr/>
            <p:nvPr/>
          </p:nvSpPr>
          <p:spPr>
            <a:xfrm>
              <a:off x="12291" y="8109"/>
              <a:ext cx="1545" cy="337"/>
            </a:xfrm>
            <a:custGeom>
              <a:avLst/>
              <a:gdLst>
                <a:gd name="connisteX0" fmla="*/ 0 w 980669"/>
                <a:gd name="connsiteY0" fmla="*/ 48171 h 214096"/>
                <a:gd name="connisteX1" fmla="*/ 44130 w 980669"/>
                <a:gd name="connsiteY1" fmla="*/ 0 h 214096"/>
                <a:gd name="connisteX2" fmla="*/ 936539 w 980669"/>
                <a:gd name="connsiteY2" fmla="*/ 0 h 214096"/>
                <a:gd name="connisteX3" fmla="*/ 980669 w 980669"/>
                <a:gd name="connsiteY3" fmla="*/ 48171 h 214096"/>
                <a:gd name="connisteX4" fmla="*/ 980669 w 980669"/>
                <a:gd name="connsiteY4" fmla="*/ 165924 h 214096"/>
                <a:gd name="connisteX5" fmla="*/ 936539 w 980669"/>
                <a:gd name="connsiteY5" fmla="*/ 214096 h 214096"/>
                <a:gd name="connisteX6" fmla="*/ 44130 w 980669"/>
                <a:gd name="connsiteY6" fmla="*/ 214096 h 214096"/>
                <a:gd name="connisteX7" fmla="*/ 0 w 980669"/>
                <a:gd name="connsiteY7" fmla="*/ 165924 h 214096"/>
                <a:gd name="connisteX8" fmla="*/ 0 w 980669"/>
                <a:gd name="connsiteY8" fmla="*/ 48171 h 21409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980670" h="214097">
                  <a:moveTo>
                    <a:pt x="0" y="48172"/>
                  </a:moveTo>
                  <a:cubicBezTo>
                    <a:pt x="0" y="21567"/>
                    <a:pt x="19758" y="0"/>
                    <a:pt x="44130" y="0"/>
                  </a:cubicBezTo>
                  <a:lnTo>
                    <a:pt x="936540" y="0"/>
                  </a:lnTo>
                  <a:cubicBezTo>
                    <a:pt x="960912" y="0"/>
                    <a:pt x="980670" y="21567"/>
                    <a:pt x="980670" y="48172"/>
                  </a:cubicBezTo>
                  <a:lnTo>
                    <a:pt x="980670" y="165925"/>
                  </a:lnTo>
                  <a:cubicBezTo>
                    <a:pt x="980670" y="192529"/>
                    <a:pt x="960912" y="214097"/>
                    <a:pt x="936540" y="214097"/>
                  </a:cubicBezTo>
                  <a:lnTo>
                    <a:pt x="44130" y="214097"/>
                  </a:lnTo>
                  <a:cubicBezTo>
                    <a:pt x="19758" y="214097"/>
                    <a:pt x="0" y="192529"/>
                    <a:pt x="0" y="165925"/>
                  </a:cubicBezTo>
                  <a:lnTo>
                    <a:pt x="0" y="48172"/>
                  </a:lnTo>
                  <a:close/>
                </a:path>
              </a:pathLst>
            </a:custGeom>
            <a:solidFill>
              <a:srgbClr val="EDF5FF"/>
            </a:solidFill>
            <a:ln w="6906" cap="flat">
              <a:solidFill>
                <a:srgbClr val="548BDD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77" name="任意多边形 476"/>
            <p:cNvSpPr/>
            <p:nvPr/>
          </p:nvSpPr>
          <p:spPr>
            <a:xfrm>
              <a:off x="12319" y="8125"/>
              <a:ext cx="1479" cy="294"/>
            </a:xfrm>
            <a:custGeom>
              <a:avLst/>
              <a:gdLst>
                <a:gd name="connisteX0" fmla="*/ 0 w 939233"/>
                <a:gd name="connsiteY0" fmla="*/ 0 h 186471"/>
                <a:gd name="connisteX1" fmla="*/ 939233 w 939233"/>
                <a:gd name="connsiteY1" fmla="*/ 0 h 186471"/>
                <a:gd name="connisteX2" fmla="*/ 939233 w 939233"/>
                <a:gd name="connsiteY2" fmla="*/ 186471 h 186471"/>
                <a:gd name="connisteX3" fmla="*/ 0 w 939233"/>
                <a:gd name="connsiteY3" fmla="*/ 186471 h 186471"/>
                <a:gd name="connisteX4" fmla="*/ 0 w 939233"/>
                <a:gd name="connsiteY4" fmla="*/ 0 h 18647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939233" h="186471">
                  <a:moveTo>
                    <a:pt x="0" y="0"/>
                  </a:moveTo>
                  <a:lnTo>
                    <a:pt x="939233" y="0"/>
                  </a:lnTo>
                  <a:lnTo>
                    <a:pt x="939233" y="186471"/>
                  </a:lnTo>
                  <a:lnTo>
                    <a:pt x="0" y="186471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78" name="图片 477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12308" y="8196"/>
              <a:ext cx="1501" cy="185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80" name="任意多边形 479"/>
            <p:cNvSpPr/>
            <p:nvPr/>
          </p:nvSpPr>
          <p:spPr>
            <a:xfrm>
              <a:off x="13923" y="8044"/>
              <a:ext cx="892" cy="587"/>
            </a:xfrm>
            <a:custGeom>
              <a:avLst/>
              <a:gdLst>
                <a:gd name="connisteX0" fmla="*/ 0 w 566302"/>
                <a:gd name="connsiteY0" fmla="*/ 46617 h 372942"/>
                <a:gd name="connisteX1" fmla="*/ 48135 w 566302"/>
                <a:gd name="connsiteY1" fmla="*/ 0 h 372942"/>
                <a:gd name="connisteX2" fmla="*/ 518166 w 566302"/>
                <a:gd name="connsiteY2" fmla="*/ 0 h 372942"/>
                <a:gd name="connisteX3" fmla="*/ 566302 w 566302"/>
                <a:gd name="connsiteY3" fmla="*/ 46617 h 372942"/>
                <a:gd name="connisteX4" fmla="*/ 566302 w 566302"/>
                <a:gd name="connsiteY4" fmla="*/ 326324 h 372942"/>
                <a:gd name="connisteX5" fmla="*/ 518166 w 566302"/>
                <a:gd name="connsiteY5" fmla="*/ 372942 h 372942"/>
                <a:gd name="connisteX6" fmla="*/ 48135 w 566302"/>
                <a:gd name="connsiteY6" fmla="*/ 372942 h 372942"/>
                <a:gd name="connisteX7" fmla="*/ 0 w 566302"/>
                <a:gd name="connsiteY7" fmla="*/ 326324 h 372942"/>
                <a:gd name="connisteX8" fmla="*/ 0 w 566302"/>
                <a:gd name="connsiteY8" fmla="*/ 46617 h 37294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66302" h="372943">
                  <a:moveTo>
                    <a:pt x="0" y="46618"/>
                  </a:moveTo>
                  <a:cubicBezTo>
                    <a:pt x="0" y="20872"/>
                    <a:pt x="21551" y="0"/>
                    <a:pt x="48136" y="0"/>
                  </a:cubicBezTo>
                  <a:lnTo>
                    <a:pt x="518167" y="0"/>
                  </a:lnTo>
                  <a:cubicBezTo>
                    <a:pt x="544751" y="0"/>
                    <a:pt x="566302" y="20872"/>
                    <a:pt x="566302" y="46618"/>
                  </a:cubicBezTo>
                  <a:lnTo>
                    <a:pt x="566302" y="326325"/>
                  </a:lnTo>
                  <a:cubicBezTo>
                    <a:pt x="566302" y="352071"/>
                    <a:pt x="544751" y="372943"/>
                    <a:pt x="518167" y="372943"/>
                  </a:cubicBezTo>
                  <a:lnTo>
                    <a:pt x="48136" y="372943"/>
                  </a:lnTo>
                  <a:cubicBezTo>
                    <a:pt x="21551" y="372943"/>
                    <a:pt x="0" y="352071"/>
                    <a:pt x="0" y="326325"/>
                  </a:cubicBezTo>
                  <a:lnTo>
                    <a:pt x="0" y="46618"/>
                  </a:lnTo>
                  <a:close/>
                </a:path>
              </a:pathLst>
            </a:custGeom>
            <a:solidFill>
              <a:srgbClr val="FFF4DB"/>
            </a:solidFill>
            <a:ln w="6906" cap="flat">
              <a:solidFill>
                <a:srgbClr val="ED831D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81" name="任意多边形 480"/>
            <p:cNvSpPr/>
            <p:nvPr/>
          </p:nvSpPr>
          <p:spPr>
            <a:xfrm>
              <a:off x="13950" y="8060"/>
              <a:ext cx="827" cy="544"/>
            </a:xfrm>
            <a:custGeom>
              <a:avLst/>
              <a:gdLst>
                <a:gd name="connisteX0" fmla="*/ 0 w 524865"/>
                <a:gd name="connsiteY0" fmla="*/ 0 h 345317"/>
                <a:gd name="connisteX1" fmla="*/ 524865 w 524865"/>
                <a:gd name="connsiteY1" fmla="*/ 0 h 345317"/>
                <a:gd name="connisteX2" fmla="*/ 524865 w 524865"/>
                <a:gd name="connsiteY2" fmla="*/ 345317 h 345317"/>
                <a:gd name="connisteX3" fmla="*/ 0 w 524865"/>
                <a:gd name="connsiteY3" fmla="*/ 345317 h 345317"/>
                <a:gd name="connisteX4" fmla="*/ 0 w 524865"/>
                <a:gd name="connsiteY4" fmla="*/ 0 h 34531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524866" h="345317">
                  <a:moveTo>
                    <a:pt x="0" y="0"/>
                  </a:moveTo>
                  <a:lnTo>
                    <a:pt x="524866" y="0"/>
                  </a:lnTo>
                  <a:lnTo>
                    <a:pt x="524866" y="345317"/>
                  </a:lnTo>
                  <a:lnTo>
                    <a:pt x="0" y="345317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82" name="图片 481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13939" y="8153"/>
              <a:ext cx="848" cy="408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84" name="任意多边形 483"/>
            <p:cNvSpPr/>
            <p:nvPr/>
          </p:nvSpPr>
          <p:spPr>
            <a:xfrm>
              <a:off x="10377" y="8707"/>
              <a:ext cx="3198" cy="425"/>
            </a:xfrm>
            <a:custGeom>
              <a:avLst/>
              <a:gdLst>
                <a:gd name="connisteX0" fmla="*/ 0 w 2030400"/>
                <a:gd name="connsiteY0" fmla="*/ 47135 h 269347"/>
                <a:gd name="connisteX1" fmla="*/ 40608 w 2030400"/>
                <a:gd name="connsiteY1" fmla="*/ 0 h 269347"/>
                <a:gd name="connisteX2" fmla="*/ 1989792 w 2030400"/>
                <a:gd name="connsiteY2" fmla="*/ 0 h 269347"/>
                <a:gd name="connisteX3" fmla="*/ 2030400 w 2030400"/>
                <a:gd name="connsiteY3" fmla="*/ 47135 h 269347"/>
                <a:gd name="connisteX4" fmla="*/ 2030400 w 2030400"/>
                <a:gd name="connsiteY4" fmla="*/ 222211 h 269347"/>
                <a:gd name="connisteX5" fmla="*/ 1989792 w 2030400"/>
                <a:gd name="connsiteY5" fmla="*/ 269347 h 269347"/>
                <a:gd name="connisteX6" fmla="*/ 40608 w 2030400"/>
                <a:gd name="connsiteY6" fmla="*/ 269347 h 269347"/>
                <a:gd name="connisteX7" fmla="*/ 0 w 2030400"/>
                <a:gd name="connsiteY7" fmla="*/ 222211 h 269347"/>
                <a:gd name="connisteX8" fmla="*/ 0 w 2030400"/>
                <a:gd name="connsiteY8" fmla="*/ 47135 h 26934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030401" h="269347">
                  <a:moveTo>
                    <a:pt x="0" y="47136"/>
                  </a:moveTo>
                  <a:cubicBezTo>
                    <a:pt x="0" y="21103"/>
                    <a:pt x="18181" y="0"/>
                    <a:pt x="40608" y="0"/>
                  </a:cubicBezTo>
                  <a:lnTo>
                    <a:pt x="1989793" y="0"/>
                  </a:lnTo>
                  <a:cubicBezTo>
                    <a:pt x="2012220" y="0"/>
                    <a:pt x="2030401" y="21103"/>
                    <a:pt x="2030401" y="47136"/>
                  </a:cubicBezTo>
                  <a:lnTo>
                    <a:pt x="2030401" y="222212"/>
                  </a:lnTo>
                  <a:cubicBezTo>
                    <a:pt x="2030401" y="248244"/>
                    <a:pt x="2012220" y="269347"/>
                    <a:pt x="1989793" y="269347"/>
                  </a:cubicBezTo>
                  <a:lnTo>
                    <a:pt x="40608" y="269347"/>
                  </a:lnTo>
                  <a:cubicBezTo>
                    <a:pt x="18181" y="269347"/>
                    <a:pt x="0" y="248244"/>
                    <a:pt x="0" y="222212"/>
                  </a:cubicBezTo>
                  <a:lnTo>
                    <a:pt x="0" y="47136"/>
                  </a:lnTo>
                  <a:close/>
                </a:path>
              </a:pathLst>
            </a:custGeom>
            <a:solidFill>
              <a:srgbClr val="ECF2CD"/>
            </a:solidFill>
            <a:ln w="6906" cap="flat">
              <a:solidFill>
                <a:srgbClr val="987019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85" name="任意多边形 484"/>
            <p:cNvSpPr/>
            <p:nvPr/>
          </p:nvSpPr>
          <p:spPr>
            <a:xfrm>
              <a:off x="10404" y="8724"/>
              <a:ext cx="3133" cy="380"/>
            </a:xfrm>
            <a:custGeom>
              <a:avLst/>
              <a:gdLst>
                <a:gd name="connisteX0" fmla="*/ 0 w 1988964"/>
                <a:gd name="connsiteY0" fmla="*/ 0 h 241722"/>
                <a:gd name="connisteX1" fmla="*/ 1988964 w 1988964"/>
                <a:gd name="connsiteY1" fmla="*/ 0 h 241722"/>
                <a:gd name="connisteX2" fmla="*/ 1988964 w 1988964"/>
                <a:gd name="connsiteY2" fmla="*/ 241722 h 241722"/>
                <a:gd name="connisteX3" fmla="*/ 0 w 1988964"/>
                <a:gd name="connsiteY3" fmla="*/ 241722 h 241722"/>
                <a:gd name="connisteX4" fmla="*/ 0 w 1988964"/>
                <a:gd name="connsiteY4" fmla="*/ 0 h 2417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988964" h="241722">
                  <a:moveTo>
                    <a:pt x="0" y="0"/>
                  </a:moveTo>
                  <a:lnTo>
                    <a:pt x="1988964" y="0"/>
                  </a:lnTo>
                  <a:lnTo>
                    <a:pt x="1988964" y="241722"/>
                  </a:lnTo>
                  <a:lnTo>
                    <a:pt x="0" y="24172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86" name="图片 485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10394" y="8794"/>
              <a:ext cx="3154" cy="31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88" name="任意多边形 487"/>
            <p:cNvSpPr/>
            <p:nvPr/>
          </p:nvSpPr>
          <p:spPr>
            <a:xfrm>
              <a:off x="10323" y="9403"/>
              <a:ext cx="1990" cy="544"/>
            </a:xfrm>
            <a:custGeom>
              <a:avLst/>
              <a:gdLst>
                <a:gd name="connisteX0" fmla="*/ 0 w 1263820"/>
                <a:gd name="connsiteY0" fmla="*/ 48344 h 345317"/>
                <a:gd name="connisteX1" fmla="*/ 44233 w 1263820"/>
                <a:gd name="connsiteY1" fmla="*/ 0 h 345317"/>
                <a:gd name="connisteX2" fmla="*/ 1219587 w 1263820"/>
                <a:gd name="connsiteY2" fmla="*/ 0 h 345317"/>
                <a:gd name="connisteX3" fmla="*/ 1263820 w 1263820"/>
                <a:gd name="connsiteY3" fmla="*/ 48344 h 345317"/>
                <a:gd name="connisteX4" fmla="*/ 1263820 w 1263820"/>
                <a:gd name="connsiteY4" fmla="*/ 296972 h 345317"/>
                <a:gd name="connisteX5" fmla="*/ 1219587 w 1263820"/>
                <a:gd name="connsiteY5" fmla="*/ 345317 h 345317"/>
                <a:gd name="connisteX6" fmla="*/ 44233 w 1263820"/>
                <a:gd name="connsiteY6" fmla="*/ 345317 h 345317"/>
                <a:gd name="connisteX7" fmla="*/ 0 w 1263820"/>
                <a:gd name="connsiteY7" fmla="*/ 296972 h 345317"/>
                <a:gd name="connisteX8" fmla="*/ 0 w 1263820"/>
                <a:gd name="connsiteY8" fmla="*/ 48344 h 34531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263821" h="345317">
                  <a:moveTo>
                    <a:pt x="0" y="48344"/>
                  </a:moveTo>
                  <a:cubicBezTo>
                    <a:pt x="0" y="21645"/>
                    <a:pt x="19804" y="0"/>
                    <a:pt x="44234" y="0"/>
                  </a:cubicBezTo>
                  <a:lnTo>
                    <a:pt x="1219587" y="0"/>
                  </a:lnTo>
                  <a:cubicBezTo>
                    <a:pt x="1244017" y="0"/>
                    <a:pt x="1263821" y="21645"/>
                    <a:pt x="1263821" y="48344"/>
                  </a:cubicBezTo>
                  <a:lnTo>
                    <a:pt x="1263821" y="296973"/>
                  </a:lnTo>
                  <a:cubicBezTo>
                    <a:pt x="1263821" y="323673"/>
                    <a:pt x="1244017" y="345317"/>
                    <a:pt x="1219587" y="345317"/>
                  </a:cubicBezTo>
                  <a:lnTo>
                    <a:pt x="44234" y="345317"/>
                  </a:lnTo>
                  <a:cubicBezTo>
                    <a:pt x="19804" y="345317"/>
                    <a:pt x="0" y="323673"/>
                    <a:pt x="0" y="296973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FFD4B1"/>
            </a:solidFill>
            <a:ln w="6906" cap="flat">
              <a:solidFill>
                <a:srgbClr val="FF6C14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89" name="任意多边形 488"/>
            <p:cNvSpPr/>
            <p:nvPr/>
          </p:nvSpPr>
          <p:spPr>
            <a:xfrm>
              <a:off x="10350" y="9420"/>
              <a:ext cx="1925" cy="500"/>
            </a:xfrm>
            <a:custGeom>
              <a:avLst/>
              <a:gdLst>
                <a:gd name="connisteX0" fmla="*/ 0 w 1222384"/>
                <a:gd name="connsiteY0" fmla="*/ 0 h 317691"/>
                <a:gd name="connisteX1" fmla="*/ 1222384 w 1222384"/>
                <a:gd name="connsiteY1" fmla="*/ 0 h 317691"/>
                <a:gd name="connisteX2" fmla="*/ 1222384 w 1222384"/>
                <a:gd name="connsiteY2" fmla="*/ 317691 h 317691"/>
                <a:gd name="connisteX3" fmla="*/ 0 w 1222384"/>
                <a:gd name="connsiteY3" fmla="*/ 317691 h 317691"/>
                <a:gd name="connisteX4" fmla="*/ 0 w 1222384"/>
                <a:gd name="connsiteY4" fmla="*/ 0 h 3176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222384" h="317692">
                  <a:moveTo>
                    <a:pt x="0" y="0"/>
                  </a:moveTo>
                  <a:lnTo>
                    <a:pt x="1222384" y="0"/>
                  </a:lnTo>
                  <a:lnTo>
                    <a:pt x="1222384" y="317692"/>
                  </a:lnTo>
                  <a:lnTo>
                    <a:pt x="0" y="31769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90" name="图片 489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10339" y="9441"/>
              <a:ext cx="1947" cy="517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92" name="任意多边形 491"/>
            <p:cNvSpPr/>
            <p:nvPr/>
          </p:nvSpPr>
          <p:spPr>
            <a:xfrm>
              <a:off x="12846" y="9403"/>
              <a:ext cx="1903" cy="544"/>
            </a:xfrm>
            <a:custGeom>
              <a:avLst/>
              <a:gdLst>
                <a:gd name="connisteX0" fmla="*/ 0 w 1208571"/>
                <a:gd name="connsiteY0" fmla="*/ 48344 h 345317"/>
                <a:gd name="connisteX1" fmla="*/ 48342 w 1208571"/>
                <a:gd name="connsiteY1" fmla="*/ 0 h 345317"/>
                <a:gd name="connisteX2" fmla="*/ 1160229 w 1208571"/>
                <a:gd name="connsiteY2" fmla="*/ 0 h 345317"/>
                <a:gd name="connisteX3" fmla="*/ 1208571 w 1208571"/>
                <a:gd name="connsiteY3" fmla="*/ 48344 h 345317"/>
                <a:gd name="connisteX4" fmla="*/ 1208571 w 1208571"/>
                <a:gd name="connsiteY4" fmla="*/ 296972 h 345317"/>
                <a:gd name="connisteX5" fmla="*/ 1160229 w 1208571"/>
                <a:gd name="connsiteY5" fmla="*/ 345317 h 345317"/>
                <a:gd name="connisteX6" fmla="*/ 48342 w 1208571"/>
                <a:gd name="connsiteY6" fmla="*/ 345317 h 345317"/>
                <a:gd name="connisteX7" fmla="*/ 0 w 1208571"/>
                <a:gd name="connsiteY7" fmla="*/ 296972 h 345317"/>
                <a:gd name="connisteX8" fmla="*/ 0 w 1208571"/>
                <a:gd name="connsiteY8" fmla="*/ 48344 h 34531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208572" h="345317">
                  <a:moveTo>
                    <a:pt x="0" y="48344"/>
                  </a:moveTo>
                  <a:cubicBezTo>
                    <a:pt x="0" y="21645"/>
                    <a:pt x="21644" y="0"/>
                    <a:pt x="48343" y="0"/>
                  </a:cubicBezTo>
                  <a:lnTo>
                    <a:pt x="1160229" y="0"/>
                  </a:lnTo>
                  <a:cubicBezTo>
                    <a:pt x="1186928" y="0"/>
                    <a:pt x="1208572" y="21645"/>
                    <a:pt x="1208572" y="48344"/>
                  </a:cubicBezTo>
                  <a:lnTo>
                    <a:pt x="1208572" y="296973"/>
                  </a:lnTo>
                  <a:cubicBezTo>
                    <a:pt x="1208572" y="323673"/>
                    <a:pt x="1186928" y="345317"/>
                    <a:pt x="1160229" y="345317"/>
                  </a:cubicBezTo>
                  <a:lnTo>
                    <a:pt x="48343" y="345317"/>
                  </a:lnTo>
                  <a:cubicBezTo>
                    <a:pt x="21644" y="345317"/>
                    <a:pt x="0" y="323673"/>
                    <a:pt x="0" y="296973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FFD4B1"/>
            </a:solidFill>
            <a:ln w="6906" cap="flat">
              <a:solidFill>
                <a:srgbClr val="FF6C14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3" name="任意多边形 492"/>
            <p:cNvSpPr/>
            <p:nvPr/>
          </p:nvSpPr>
          <p:spPr>
            <a:xfrm>
              <a:off x="12873" y="9420"/>
              <a:ext cx="1838" cy="500"/>
            </a:xfrm>
            <a:custGeom>
              <a:avLst/>
              <a:gdLst>
                <a:gd name="connisteX0" fmla="*/ 0 w 1167135"/>
                <a:gd name="connsiteY0" fmla="*/ 0 h 317691"/>
                <a:gd name="connisteX1" fmla="*/ 1167135 w 1167135"/>
                <a:gd name="connsiteY1" fmla="*/ 0 h 317691"/>
                <a:gd name="connisteX2" fmla="*/ 1167135 w 1167135"/>
                <a:gd name="connsiteY2" fmla="*/ 317691 h 317691"/>
                <a:gd name="connisteX3" fmla="*/ 0 w 1167135"/>
                <a:gd name="connsiteY3" fmla="*/ 317691 h 317691"/>
                <a:gd name="connisteX4" fmla="*/ 0 w 1167135"/>
                <a:gd name="connsiteY4" fmla="*/ 0 h 3176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167135" h="317692">
                  <a:moveTo>
                    <a:pt x="0" y="0"/>
                  </a:moveTo>
                  <a:lnTo>
                    <a:pt x="1167135" y="0"/>
                  </a:lnTo>
                  <a:lnTo>
                    <a:pt x="1167135" y="317692"/>
                  </a:lnTo>
                  <a:lnTo>
                    <a:pt x="0" y="31769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94" name="图片 493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12862" y="9452"/>
              <a:ext cx="1860" cy="492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99" name="任意多边形 498"/>
            <p:cNvSpPr/>
            <p:nvPr/>
          </p:nvSpPr>
          <p:spPr>
            <a:xfrm flipH="1">
              <a:off x="11046" y="8446"/>
              <a:ext cx="120" cy="260"/>
            </a:xfrm>
            <a:custGeom>
              <a:avLst/>
              <a:gdLst>
                <a:gd name="connisteX0" fmla="*/ 0 w 0"/>
                <a:gd name="connsiteY0" fmla="*/ 0 h 60499"/>
                <a:gd name="connisteX1" fmla="*/ 0 w 0"/>
                <a:gd name="connsiteY1" fmla="*/ 60499 h 604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60500">
                  <a:moveTo>
                    <a:pt x="0" y="0"/>
                  </a:moveTo>
                  <a:lnTo>
                    <a:pt x="0" y="60500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custDash/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05" name="任意多边形 504"/>
            <p:cNvSpPr/>
            <p:nvPr/>
          </p:nvSpPr>
          <p:spPr>
            <a:xfrm>
              <a:off x="13102" y="8447"/>
              <a:ext cx="120" cy="261"/>
            </a:xfrm>
            <a:custGeom>
              <a:avLst/>
              <a:gdLst>
                <a:gd name="connisteX0" fmla="*/ 0 w 0"/>
                <a:gd name="connsiteY0" fmla="*/ 0 h 60499"/>
                <a:gd name="connisteX1" fmla="*/ 0 w 0"/>
                <a:gd name="connsiteY1" fmla="*/ 60499 h 604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60500">
                  <a:moveTo>
                    <a:pt x="0" y="0"/>
                  </a:moveTo>
                  <a:lnTo>
                    <a:pt x="0" y="60500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custDash/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08" name="任意多边形 507"/>
            <p:cNvSpPr/>
            <p:nvPr/>
          </p:nvSpPr>
          <p:spPr>
            <a:xfrm flipH="1" flipV="1">
              <a:off x="11187" y="9131"/>
              <a:ext cx="120" cy="265"/>
            </a:xfrm>
            <a:custGeom>
              <a:avLst/>
              <a:gdLst>
                <a:gd name="connisteX0" fmla="*/ 0 w 0"/>
                <a:gd name="connsiteY0" fmla="*/ 0 h 39020"/>
                <a:gd name="connisteX1" fmla="*/ 0 w 0"/>
                <a:gd name="connsiteY1" fmla="*/ 39020 h 3902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39021">
                  <a:moveTo>
                    <a:pt x="0" y="0"/>
                  </a:moveTo>
                  <a:lnTo>
                    <a:pt x="0" y="39021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custDash/>
              <a:miter/>
              <a:headEnd type="triangle" w="sm" len="med"/>
              <a:tailEnd type="non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5" name="任意多边形 514"/>
            <p:cNvSpPr/>
            <p:nvPr/>
          </p:nvSpPr>
          <p:spPr>
            <a:xfrm>
              <a:off x="10209" y="10018"/>
              <a:ext cx="4578" cy="272"/>
            </a:xfrm>
            <a:custGeom>
              <a:avLst/>
              <a:gdLst>
                <a:gd name="connisteX0" fmla="*/ 0 w 2907478"/>
                <a:gd name="connsiteY0" fmla="*/ 0 h 172658"/>
                <a:gd name="connisteX1" fmla="*/ 2907478 w 2907478"/>
                <a:gd name="connsiteY1" fmla="*/ 0 h 172658"/>
                <a:gd name="connisteX2" fmla="*/ 2907478 w 2907478"/>
                <a:gd name="connsiteY2" fmla="*/ 172658 h 172658"/>
                <a:gd name="connisteX3" fmla="*/ 0 w 2907478"/>
                <a:gd name="connsiteY3" fmla="*/ 172658 h 172658"/>
                <a:gd name="connisteX4" fmla="*/ 0 w 2907478"/>
                <a:gd name="connsiteY4" fmla="*/ 0 h 17265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907479" h="172659">
                  <a:moveTo>
                    <a:pt x="0" y="0"/>
                  </a:moveTo>
                  <a:lnTo>
                    <a:pt x="2907479" y="0"/>
                  </a:lnTo>
                  <a:lnTo>
                    <a:pt x="2907479" y="172659"/>
                  </a:lnTo>
                  <a:lnTo>
                    <a:pt x="0" y="172659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16" name="图片 515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198" y="10061"/>
              <a:ext cx="4600" cy="25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696" name="任意多边形 695"/>
            <p:cNvSpPr/>
            <p:nvPr/>
          </p:nvSpPr>
          <p:spPr>
            <a:xfrm flipH="1">
              <a:off x="11034" y="7922"/>
              <a:ext cx="138" cy="192"/>
            </a:xfrm>
            <a:custGeom>
              <a:avLst/>
              <a:gdLst>
                <a:gd name="connisteX0" fmla="*/ 0 w 0"/>
                <a:gd name="connsiteY0" fmla="*/ 0 h 60499"/>
                <a:gd name="connisteX1" fmla="*/ 0 w 0"/>
                <a:gd name="connsiteY1" fmla="*/ 60499 h 604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60500">
                  <a:moveTo>
                    <a:pt x="0" y="0"/>
                  </a:moveTo>
                  <a:lnTo>
                    <a:pt x="0" y="60500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97" name="任意多边形 696"/>
            <p:cNvSpPr/>
            <p:nvPr/>
          </p:nvSpPr>
          <p:spPr>
            <a:xfrm>
              <a:off x="13082" y="7927"/>
              <a:ext cx="136" cy="175"/>
            </a:xfrm>
            <a:custGeom>
              <a:avLst/>
              <a:gdLst>
                <a:gd name="connisteX0" fmla="*/ 0 w 0"/>
                <a:gd name="connsiteY0" fmla="*/ 0 h 60499"/>
                <a:gd name="connisteX1" fmla="*/ 0 w 0"/>
                <a:gd name="connsiteY1" fmla="*/ 60499 h 604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60500">
                  <a:moveTo>
                    <a:pt x="0" y="0"/>
                  </a:moveTo>
                  <a:lnTo>
                    <a:pt x="0" y="60500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698" name="肘形连接符 697"/>
            <p:cNvCxnSpPr/>
            <p:nvPr/>
          </p:nvCxnSpPr>
          <p:spPr>
            <a:xfrm rot="5400000">
              <a:off x="13654" y="8741"/>
              <a:ext cx="780" cy="570"/>
            </a:xfrm>
            <a:prstGeom prst="bentConnector3">
              <a:avLst>
                <a:gd name="adj1" fmla="val 50128"/>
              </a:avLst>
            </a:prstGeom>
            <a:ln w="19050">
              <a:tailEnd type="triangle" w="sm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11" name="肘形连接符 710"/>
            <p:cNvCxnSpPr/>
            <p:nvPr/>
          </p:nvCxnSpPr>
          <p:spPr>
            <a:xfrm flipV="1">
              <a:off x="9034" y="7676"/>
              <a:ext cx="1207" cy="2057"/>
            </a:xfrm>
            <a:prstGeom prst="bentConnector3">
              <a:avLst>
                <a:gd name="adj1" fmla="val 77713"/>
              </a:avLst>
            </a:prstGeom>
            <a:ln w="25400">
              <a:tailEnd type="triangle" w="sm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14" name="文本框 713"/>
            <p:cNvSpPr txBox="1"/>
            <p:nvPr/>
          </p:nvSpPr>
          <p:spPr>
            <a:xfrm>
              <a:off x="4445" y="9285"/>
              <a:ext cx="640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r(t)</a:t>
              </a:r>
              <a:endParaRPr lang="en-US" altLang="zh-CN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719" name="直接连接符 718"/>
          <p:cNvCxnSpPr>
            <a:stCxn id="11" idx="3"/>
          </p:cNvCxnSpPr>
          <p:nvPr/>
        </p:nvCxnSpPr>
        <p:spPr>
          <a:xfrm>
            <a:off x="3865880" y="673735"/>
            <a:ext cx="407035" cy="2178685"/>
          </a:xfrm>
          <a:prstGeom prst="line">
            <a:avLst/>
          </a:prstGeom>
          <a:ln>
            <a:solidFill>
              <a:srgbClr val="74AA9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0" name="直接连接符 719"/>
          <p:cNvCxnSpPr>
            <a:stCxn id="11" idx="4"/>
          </p:cNvCxnSpPr>
          <p:nvPr/>
        </p:nvCxnSpPr>
        <p:spPr>
          <a:xfrm flipV="1">
            <a:off x="3865880" y="2864485"/>
            <a:ext cx="412750" cy="848360"/>
          </a:xfrm>
          <a:prstGeom prst="line">
            <a:avLst/>
          </a:prstGeom>
          <a:ln>
            <a:solidFill>
              <a:srgbClr val="74AA9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1" name="肘形连接符 720"/>
          <p:cNvCxnSpPr>
            <a:stCxn id="520" idx="0"/>
            <a:endCxn id="712" idx="2"/>
          </p:cNvCxnSpPr>
          <p:nvPr/>
        </p:nvCxnSpPr>
        <p:spPr>
          <a:xfrm rot="16200000" flipV="1">
            <a:off x="7349490" y="1048385"/>
            <a:ext cx="1003300" cy="5302250"/>
          </a:xfrm>
          <a:prstGeom prst="bentConnector3">
            <a:avLst>
              <a:gd name="adj1" fmla="val 22658"/>
            </a:avLst>
          </a:prstGeom>
          <a:ln w="25400"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7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任意多边形 7"/>
          <p:cNvSpPr/>
          <p:nvPr/>
        </p:nvSpPr>
        <p:spPr>
          <a:xfrm>
            <a:off x="2359660" y="83820"/>
            <a:ext cx="7251065" cy="324485"/>
          </a:xfrm>
          <a:custGeom>
            <a:avLst/>
            <a:gdLst>
              <a:gd name="connisteX0" fmla="*/ 0 w 7251431"/>
              <a:gd name="connsiteY0" fmla="*/ 0 h 324598"/>
              <a:gd name="connisteX1" fmla="*/ 7251431 w 7251431"/>
              <a:gd name="connsiteY1" fmla="*/ 0 h 324598"/>
              <a:gd name="connisteX2" fmla="*/ 7251431 w 7251431"/>
              <a:gd name="connsiteY2" fmla="*/ 324598 h 324598"/>
              <a:gd name="connisteX3" fmla="*/ 0 w 7251431"/>
              <a:gd name="connsiteY3" fmla="*/ 324598 h 324598"/>
              <a:gd name="connisteX4" fmla="*/ 0 w 7251431"/>
              <a:gd name="connsiteY4" fmla="*/ 0 h 32459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251432" h="324598">
                <a:moveTo>
                  <a:pt x="0" y="0"/>
                </a:moveTo>
                <a:lnTo>
                  <a:pt x="7251432" y="0"/>
                </a:lnTo>
                <a:lnTo>
                  <a:pt x="7251432" y="324598"/>
                </a:lnTo>
                <a:lnTo>
                  <a:pt x="0" y="324598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2675" y="86995"/>
            <a:ext cx="7265035" cy="40068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89" name="任意多边形 88"/>
          <p:cNvSpPr/>
          <p:nvPr/>
        </p:nvSpPr>
        <p:spPr>
          <a:xfrm>
            <a:off x="4417695" y="684530"/>
            <a:ext cx="1643380" cy="241300"/>
          </a:xfrm>
          <a:custGeom>
            <a:avLst/>
            <a:gdLst>
              <a:gd name="connisteX0" fmla="*/ 0 w 1643657"/>
              <a:gd name="connsiteY0" fmla="*/ 0 h 241722"/>
              <a:gd name="connisteX1" fmla="*/ 1643657 w 1643657"/>
              <a:gd name="connsiteY1" fmla="*/ 0 h 241722"/>
              <a:gd name="connisteX2" fmla="*/ 1643657 w 1643657"/>
              <a:gd name="connsiteY2" fmla="*/ 241722 h 241722"/>
              <a:gd name="connisteX3" fmla="*/ 0 w 1643657"/>
              <a:gd name="connsiteY3" fmla="*/ 241722 h 241722"/>
              <a:gd name="connisteX4" fmla="*/ 0 w 1643657"/>
              <a:gd name="connsiteY4" fmla="*/ 0 h 2417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643658" h="241722">
                <a:moveTo>
                  <a:pt x="0" y="0"/>
                </a:moveTo>
                <a:lnTo>
                  <a:pt x="1643658" y="0"/>
                </a:lnTo>
                <a:lnTo>
                  <a:pt x="1643658" y="241722"/>
                </a:lnTo>
                <a:lnTo>
                  <a:pt x="0" y="241722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610" y="553085"/>
            <a:ext cx="1657350" cy="26733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93" name="任意多边形 92"/>
          <p:cNvSpPr/>
          <p:nvPr/>
        </p:nvSpPr>
        <p:spPr>
          <a:xfrm>
            <a:off x="5923280" y="946785"/>
            <a:ext cx="365760" cy="172720"/>
          </a:xfrm>
          <a:custGeom>
            <a:avLst/>
            <a:gdLst>
              <a:gd name="connisteX0" fmla="*/ 0 w 366024"/>
              <a:gd name="connsiteY0" fmla="*/ 0 h 172658"/>
              <a:gd name="connisteX1" fmla="*/ 366024 w 366024"/>
              <a:gd name="connsiteY1" fmla="*/ 0 h 172658"/>
              <a:gd name="connisteX2" fmla="*/ 366024 w 366024"/>
              <a:gd name="connsiteY2" fmla="*/ 172658 h 172658"/>
              <a:gd name="connisteX3" fmla="*/ 0 w 366024"/>
              <a:gd name="connsiteY3" fmla="*/ 172658 h 172658"/>
              <a:gd name="connisteX4" fmla="*/ 0 w 366024"/>
              <a:gd name="connsiteY4" fmla="*/ 0 h 17265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66025" h="172659">
                <a:moveTo>
                  <a:pt x="0" y="0"/>
                </a:moveTo>
                <a:lnTo>
                  <a:pt x="366025" y="0"/>
                </a:lnTo>
                <a:lnTo>
                  <a:pt x="366025" y="172659"/>
                </a:lnTo>
                <a:lnTo>
                  <a:pt x="0" y="1726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sp>
        <p:nvSpPr>
          <p:cNvPr id="94" name="任意多边形 93"/>
          <p:cNvSpPr/>
          <p:nvPr/>
        </p:nvSpPr>
        <p:spPr>
          <a:xfrm>
            <a:off x="5943600" y="953770"/>
            <a:ext cx="311150" cy="165735"/>
          </a:xfrm>
          <a:custGeom>
            <a:avLst/>
            <a:gdLst>
              <a:gd name="connisteX0" fmla="*/ 0 w 310775"/>
              <a:gd name="connsiteY0" fmla="*/ 0 h 165752"/>
              <a:gd name="connisteX1" fmla="*/ 310775 w 310775"/>
              <a:gd name="connsiteY1" fmla="*/ 0 h 165752"/>
              <a:gd name="connisteX2" fmla="*/ 310775 w 310775"/>
              <a:gd name="connsiteY2" fmla="*/ 165752 h 165752"/>
              <a:gd name="connisteX3" fmla="*/ 0 w 310775"/>
              <a:gd name="connsiteY3" fmla="*/ 165752 h 165752"/>
              <a:gd name="connisteX4" fmla="*/ 0 w 310775"/>
              <a:gd name="connsiteY4" fmla="*/ 0 h 16575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10776" h="165752">
                <a:moveTo>
                  <a:pt x="0" y="0"/>
                </a:moveTo>
                <a:lnTo>
                  <a:pt x="310776" y="0"/>
                </a:lnTo>
                <a:lnTo>
                  <a:pt x="310776" y="165752"/>
                </a:lnTo>
                <a:lnTo>
                  <a:pt x="0" y="165752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grpSp>
        <p:nvGrpSpPr>
          <p:cNvPr id="722" name="组合 721"/>
          <p:cNvGrpSpPr/>
          <p:nvPr/>
        </p:nvGrpSpPr>
        <p:grpSpPr>
          <a:xfrm>
            <a:off x="9617710" y="4163060"/>
            <a:ext cx="1829435" cy="2583180"/>
            <a:chOff x="15146" y="6385"/>
            <a:chExt cx="2881" cy="4068"/>
          </a:xfrm>
        </p:grpSpPr>
        <p:sp>
          <p:nvSpPr>
            <p:cNvPr id="518" name="任意多边形 517"/>
            <p:cNvSpPr/>
            <p:nvPr/>
          </p:nvSpPr>
          <p:spPr>
            <a:xfrm>
              <a:off x="15146" y="6385"/>
              <a:ext cx="2784" cy="4068"/>
            </a:xfrm>
            <a:custGeom>
              <a:avLst/>
              <a:gdLst>
                <a:gd name="connisteX0" fmla="*/ 0 w 1767968"/>
                <a:gd name="connsiteY0" fmla="*/ 154978 h 2582972"/>
                <a:gd name="connisteX1" fmla="*/ 159117 w 1767968"/>
                <a:gd name="connsiteY1" fmla="*/ 0 h 2582972"/>
                <a:gd name="connisteX2" fmla="*/ 1608850 w 1767968"/>
                <a:gd name="connsiteY2" fmla="*/ 0 h 2582972"/>
                <a:gd name="connisteX3" fmla="*/ 1767968 w 1767968"/>
                <a:gd name="connsiteY3" fmla="*/ 154978 h 2582972"/>
                <a:gd name="connisteX4" fmla="*/ 1767968 w 1767968"/>
                <a:gd name="connsiteY4" fmla="*/ 2427994 h 2582972"/>
                <a:gd name="connisteX5" fmla="*/ 1608850 w 1767968"/>
                <a:gd name="connsiteY5" fmla="*/ 2582972 h 2582972"/>
                <a:gd name="connisteX6" fmla="*/ 159117 w 1767968"/>
                <a:gd name="connsiteY6" fmla="*/ 2582972 h 2582972"/>
                <a:gd name="connisteX7" fmla="*/ 0 w 1767968"/>
                <a:gd name="connsiteY7" fmla="*/ 2427994 h 2582972"/>
                <a:gd name="connisteX8" fmla="*/ 0 w 1767968"/>
                <a:gd name="connsiteY8" fmla="*/ 154978 h 258297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767968" h="2582973">
                  <a:moveTo>
                    <a:pt x="0" y="154978"/>
                  </a:moveTo>
                  <a:cubicBezTo>
                    <a:pt x="0" y="69386"/>
                    <a:pt x="71239" y="0"/>
                    <a:pt x="159117" y="0"/>
                  </a:cubicBezTo>
                  <a:lnTo>
                    <a:pt x="1608851" y="0"/>
                  </a:lnTo>
                  <a:cubicBezTo>
                    <a:pt x="1696729" y="0"/>
                    <a:pt x="1767968" y="69386"/>
                    <a:pt x="1767968" y="154978"/>
                  </a:cubicBezTo>
                  <a:lnTo>
                    <a:pt x="1767968" y="2427994"/>
                  </a:lnTo>
                  <a:cubicBezTo>
                    <a:pt x="1767968" y="2513587"/>
                    <a:pt x="1696729" y="2582973"/>
                    <a:pt x="1608851" y="2582973"/>
                  </a:cubicBezTo>
                  <a:lnTo>
                    <a:pt x="159117" y="2582973"/>
                  </a:lnTo>
                  <a:cubicBezTo>
                    <a:pt x="71239" y="2582973"/>
                    <a:pt x="0" y="2513587"/>
                    <a:pt x="0" y="2427994"/>
                  </a:cubicBezTo>
                  <a:lnTo>
                    <a:pt x="0" y="154978"/>
                  </a:lnTo>
                  <a:close/>
                </a:path>
              </a:pathLst>
            </a:custGeom>
            <a:solidFill>
              <a:srgbClr val="F0FAFF"/>
            </a:solidFill>
            <a:ln w="11050" cap="flat">
              <a:solidFill>
                <a:srgbClr val="21A6E1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9" name="任意多边形 518"/>
            <p:cNvSpPr/>
            <p:nvPr/>
          </p:nvSpPr>
          <p:spPr>
            <a:xfrm>
              <a:off x="15277" y="6483"/>
              <a:ext cx="2523" cy="555"/>
            </a:xfrm>
            <a:custGeom>
              <a:avLst/>
              <a:gdLst>
                <a:gd name="connisteX0" fmla="*/ 0 w 1602221"/>
                <a:gd name="connsiteY0" fmla="*/ 0 h 352223"/>
                <a:gd name="connisteX1" fmla="*/ 1602221 w 1602221"/>
                <a:gd name="connsiteY1" fmla="*/ 0 h 352223"/>
                <a:gd name="connisteX2" fmla="*/ 1602221 w 1602221"/>
                <a:gd name="connsiteY2" fmla="*/ 352223 h 352223"/>
                <a:gd name="connisteX3" fmla="*/ 0 w 1602221"/>
                <a:gd name="connsiteY3" fmla="*/ 352223 h 352223"/>
                <a:gd name="connisteX4" fmla="*/ 0 w 1602221"/>
                <a:gd name="connsiteY4" fmla="*/ 0 h 35222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602221" h="352224">
                  <a:moveTo>
                    <a:pt x="0" y="0"/>
                  </a:moveTo>
                  <a:lnTo>
                    <a:pt x="1602221" y="0"/>
                  </a:lnTo>
                  <a:lnTo>
                    <a:pt x="1602221" y="352224"/>
                  </a:lnTo>
                  <a:lnTo>
                    <a:pt x="0" y="35222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20" name="图片 5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66" y="6445"/>
              <a:ext cx="2545" cy="72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22" name="任意多边形 521"/>
            <p:cNvSpPr/>
            <p:nvPr/>
          </p:nvSpPr>
          <p:spPr>
            <a:xfrm>
              <a:off x="15222" y="7114"/>
              <a:ext cx="2621" cy="3176"/>
            </a:xfrm>
            <a:custGeom>
              <a:avLst/>
              <a:gdLst>
                <a:gd name="connisteX0" fmla="*/ 0 w 1664376"/>
                <a:gd name="connsiteY0" fmla="*/ 100832 h 2016652"/>
                <a:gd name="connisteX1" fmla="*/ 99862 w 1664376"/>
                <a:gd name="connsiteY1" fmla="*/ 0 h 2016652"/>
                <a:gd name="connisteX2" fmla="*/ 1564513 w 1664376"/>
                <a:gd name="connsiteY2" fmla="*/ 0 h 2016652"/>
                <a:gd name="connisteX3" fmla="*/ 1664376 w 1664376"/>
                <a:gd name="connsiteY3" fmla="*/ 100832 h 2016652"/>
                <a:gd name="connisteX4" fmla="*/ 1664376 w 1664376"/>
                <a:gd name="connsiteY4" fmla="*/ 1915819 h 2016652"/>
                <a:gd name="connisteX5" fmla="*/ 1564513 w 1664376"/>
                <a:gd name="connsiteY5" fmla="*/ 2016652 h 2016652"/>
                <a:gd name="connisteX6" fmla="*/ 99862 w 1664376"/>
                <a:gd name="connsiteY6" fmla="*/ 2016652 h 2016652"/>
                <a:gd name="connisteX7" fmla="*/ 0 w 1664376"/>
                <a:gd name="connsiteY7" fmla="*/ 1915819 h 2016652"/>
                <a:gd name="connisteX8" fmla="*/ 0 w 1664376"/>
                <a:gd name="connsiteY8" fmla="*/ 100832 h 20166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664376" h="2016653">
                  <a:moveTo>
                    <a:pt x="0" y="100833"/>
                  </a:moveTo>
                  <a:cubicBezTo>
                    <a:pt x="0" y="45144"/>
                    <a:pt x="44710" y="0"/>
                    <a:pt x="99863" y="0"/>
                  </a:cubicBezTo>
                  <a:lnTo>
                    <a:pt x="1564514" y="0"/>
                  </a:lnTo>
                  <a:cubicBezTo>
                    <a:pt x="1619666" y="0"/>
                    <a:pt x="1664376" y="45144"/>
                    <a:pt x="1664376" y="100833"/>
                  </a:cubicBezTo>
                  <a:lnTo>
                    <a:pt x="1664376" y="1915820"/>
                  </a:lnTo>
                  <a:cubicBezTo>
                    <a:pt x="1664376" y="1971508"/>
                    <a:pt x="1619666" y="2016653"/>
                    <a:pt x="1564514" y="2016653"/>
                  </a:cubicBezTo>
                  <a:lnTo>
                    <a:pt x="99863" y="2016653"/>
                  </a:lnTo>
                  <a:cubicBezTo>
                    <a:pt x="44710" y="2016653"/>
                    <a:pt x="0" y="1971508"/>
                    <a:pt x="0" y="1915820"/>
                  </a:cubicBezTo>
                  <a:lnTo>
                    <a:pt x="0" y="1008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523" name="任意多边形 522"/>
            <p:cNvSpPr/>
            <p:nvPr/>
          </p:nvSpPr>
          <p:spPr>
            <a:xfrm>
              <a:off x="15288" y="7125"/>
              <a:ext cx="2479" cy="489"/>
            </a:xfrm>
            <a:custGeom>
              <a:avLst/>
              <a:gdLst>
                <a:gd name="connisteX0" fmla="*/ 0 w 1574596"/>
                <a:gd name="connsiteY0" fmla="*/ 0 h 310785"/>
                <a:gd name="connisteX1" fmla="*/ 1574596 w 1574596"/>
                <a:gd name="connsiteY1" fmla="*/ 0 h 310785"/>
                <a:gd name="connisteX2" fmla="*/ 1574596 w 1574596"/>
                <a:gd name="connsiteY2" fmla="*/ 310785 h 310785"/>
                <a:gd name="connisteX3" fmla="*/ 0 w 1574596"/>
                <a:gd name="connsiteY3" fmla="*/ 310785 h 310785"/>
                <a:gd name="connisteX4" fmla="*/ 0 w 1574596"/>
                <a:gd name="connsiteY4" fmla="*/ 0 h 3107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574597" h="310785">
                  <a:moveTo>
                    <a:pt x="0" y="0"/>
                  </a:moveTo>
                  <a:lnTo>
                    <a:pt x="1574597" y="0"/>
                  </a:lnTo>
                  <a:lnTo>
                    <a:pt x="1574597" y="310785"/>
                  </a:lnTo>
                  <a:lnTo>
                    <a:pt x="0" y="310785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24" name="图片 5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277" y="7147"/>
              <a:ext cx="2501" cy="51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26" name="任意多边形 525"/>
            <p:cNvSpPr/>
            <p:nvPr/>
          </p:nvSpPr>
          <p:spPr>
            <a:xfrm>
              <a:off x="15315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C2C3"/>
            </a:solidFill>
            <a:ln w="6906" cap="flat">
              <a:solidFill>
                <a:srgbClr val="6B6E70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7" name="任意多边形 526"/>
            <p:cNvSpPr/>
            <p:nvPr/>
          </p:nvSpPr>
          <p:spPr>
            <a:xfrm>
              <a:off x="15470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C2C3"/>
            </a:solidFill>
            <a:ln w="6906" cap="flat">
              <a:solidFill>
                <a:srgbClr val="6B6E70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8" name="任意多边形 527"/>
            <p:cNvSpPr/>
            <p:nvPr/>
          </p:nvSpPr>
          <p:spPr>
            <a:xfrm>
              <a:off x="15626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D3D5"/>
            </a:solidFill>
            <a:ln w="6906" cap="flat">
              <a:solidFill>
                <a:srgbClr val="009AA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9" name="任意多边形 528"/>
            <p:cNvSpPr/>
            <p:nvPr/>
          </p:nvSpPr>
          <p:spPr>
            <a:xfrm>
              <a:off x="15781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D3D5"/>
            </a:solidFill>
            <a:ln w="6906" cap="flat">
              <a:solidFill>
                <a:srgbClr val="009AA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0" name="任意多边形 529"/>
            <p:cNvSpPr/>
            <p:nvPr/>
          </p:nvSpPr>
          <p:spPr>
            <a:xfrm>
              <a:off x="15937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D3D5"/>
            </a:solidFill>
            <a:ln w="6906" cap="flat">
              <a:solidFill>
                <a:srgbClr val="009AA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1" name="任意多边形 530"/>
            <p:cNvSpPr/>
            <p:nvPr/>
          </p:nvSpPr>
          <p:spPr>
            <a:xfrm>
              <a:off x="16092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D3D5"/>
            </a:solidFill>
            <a:ln w="6906" cap="flat">
              <a:solidFill>
                <a:srgbClr val="009AA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" name="任意多边形 531"/>
            <p:cNvSpPr/>
            <p:nvPr/>
          </p:nvSpPr>
          <p:spPr>
            <a:xfrm>
              <a:off x="16248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CEFA"/>
            </a:solidFill>
            <a:ln w="6906" cap="flat">
              <a:solidFill>
                <a:srgbClr val="5D88C2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3" name="任意多边形 532"/>
            <p:cNvSpPr/>
            <p:nvPr/>
          </p:nvSpPr>
          <p:spPr>
            <a:xfrm>
              <a:off x="16404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CEFA"/>
            </a:solidFill>
            <a:ln w="6906" cap="flat">
              <a:solidFill>
                <a:srgbClr val="5D88C2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4" name="任意多边形 533"/>
            <p:cNvSpPr/>
            <p:nvPr/>
          </p:nvSpPr>
          <p:spPr>
            <a:xfrm>
              <a:off x="16559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CEFA"/>
            </a:solidFill>
            <a:ln w="6906" cap="flat">
              <a:solidFill>
                <a:srgbClr val="5D88C2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5" name="任意多边形 534"/>
            <p:cNvSpPr/>
            <p:nvPr/>
          </p:nvSpPr>
          <p:spPr>
            <a:xfrm>
              <a:off x="16715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CEFA"/>
            </a:solidFill>
            <a:ln w="6906" cap="flat">
              <a:solidFill>
                <a:srgbClr val="5D88C2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6" name="任意多边形 535"/>
            <p:cNvSpPr/>
            <p:nvPr/>
          </p:nvSpPr>
          <p:spPr>
            <a:xfrm>
              <a:off x="16870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7" name="任意多边形 536"/>
            <p:cNvSpPr/>
            <p:nvPr/>
          </p:nvSpPr>
          <p:spPr>
            <a:xfrm>
              <a:off x="17026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8" name="任意多边形 537"/>
            <p:cNvSpPr/>
            <p:nvPr/>
          </p:nvSpPr>
          <p:spPr>
            <a:xfrm>
              <a:off x="17181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9" name="任意多边形 538"/>
            <p:cNvSpPr/>
            <p:nvPr/>
          </p:nvSpPr>
          <p:spPr>
            <a:xfrm>
              <a:off x="17337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0" name="任意多边形 539"/>
            <p:cNvSpPr/>
            <p:nvPr/>
          </p:nvSpPr>
          <p:spPr>
            <a:xfrm>
              <a:off x="17492" y="7707"/>
              <a:ext cx="131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1" name="任意多边形 540"/>
            <p:cNvSpPr/>
            <p:nvPr/>
          </p:nvSpPr>
          <p:spPr>
            <a:xfrm>
              <a:off x="17648" y="7707"/>
              <a:ext cx="130" cy="304"/>
            </a:xfrm>
            <a:custGeom>
              <a:avLst/>
              <a:gdLst>
                <a:gd name="connisteX0" fmla="*/ 0 w 82873"/>
                <a:gd name="connsiteY0" fmla="*/ 0 h 193377"/>
                <a:gd name="connisteX1" fmla="*/ 82873 w 82873"/>
                <a:gd name="connsiteY1" fmla="*/ 0 h 193377"/>
                <a:gd name="connisteX2" fmla="*/ 82873 w 82873"/>
                <a:gd name="connsiteY2" fmla="*/ 193377 h 193377"/>
                <a:gd name="connisteX3" fmla="*/ 0 w 82873"/>
                <a:gd name="connsiteY3" fmla="*/ 193377 h 193377"/>
                <a:gd name="connisteX4" fmla="*/ 0 w 82873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4" h="193378">
                  <a:moveTo>
                    <a:pt x="0" y="0"/>
                  </a:moveTo>
                  <a:lnTo>
                    <a:pt x="82874" y="0"/>
                  </a:lnTo>
                  <a:lnTo>
                    <a:pt x="8287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06" cap="flat">
              <a:solidFill>
                <a:srgbClr val="888888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2" name="任意多边形 541"/>
            <p:cNvSpPr/>
            <p:nvPr/>
          </p:nvSpPr>
          <p:spPr>
            <a:xfrm>
              <a:off x="15282" y="8066"/>
              <a:ext cx="359" cy="76"/>
            </a:xfrm>
            <a:custGeom>
              <a:avLst/>
              <a:gdLst>
                <a:gd name="connisteX0" fmla="*/ 0 w 227902"/>
                <a:gd name="connsiteY0" fmla="*/ 0 h 48344"/>
                <a:gd name="connisteX1" fmla="*/ 0 w 227902"/>
                <a:gd name="connsiteY1" fmla="*/ 48344 h 48344"/>
                <a:gd name="connisteX2" fmla="*/ 227902 w 227902"/>
                <a:gd name="connsiteY2" fmla="*/ 48344 h 48344"/>
                <a:gd name="connisteX3" fmla="*/ 227902 w 227902"/>
                <a:gd name="connsiteY3" fmla="*/ 0 h 4834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227902" h="48344">
                  <a:moveTo>
                    <a:pt x="0" y="0"/>
                  </a:moveTo>
                  <a:lnTo>
                    <a:pt x="0" y="48344"/>
                  </a:lnTo>
                  <a:lnTo>
                    <a:pt x="227902" y="48344"/>
                  </a:lnTo>
                  <a:lnTo>
                    <a:pt x="227902" y="0"/>
                  </a:lnTo>
                </a:path>
              </a:pathLst>
            </a:custGeom>
            <a:noFill/>
            <a:ln w="8978" cap="flat">
              <a:solidFill>
                <a:srgbClr val="282B31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3" name="任意多边形 542"/>
            <p:cNvSpPr/>
            <p:nvPr/>
          </p:nvSpPr>
          <p:spPr>
            <a:xfrm>
              <a:off x="15277" y="8223"/>
              <a:ext cx="359" cy="196"/>
            </a:xfrm>
            <a:custGeom>
              <a:avLst/>
              <a:gdLst>
                <a:gd name="connisteX0" fmla="*/ 0 w 227902"/>
                <a:gd name="connsiteY0" fmla="*/ 0 h 124314"/>
                <a:gd name="connisteX1" fmla="*/ 227902 w 227902"/>
                <a:gd name="connsiteY1" fmla="*/ 0 h 124314"/>
                <a:gd name="connisteX2" fmla="*/ 227902 w 227902"/>
                <a:gd name="connsiteY2" fmla="*/ 124314 h 124314"/>
                <a:gd name="connisteX3" fmla="*/ 0 w 227902"/>
                <a:gd name="connsiteY3" fmla="*/ 124314 h 124314"/>
                <a:gd name="connisteX4" fmla="*/ 0 w 227902"/>
                <a:gd name="connsiteY4" fmla="*/ 0 h 12431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27902" h="124314">
                  <a:moveTo>
                    <a:pt x="0" y="0"/>
                  </a:moveTo>
                  <a:lnTo>
                    <a:pt x="227902" y="0"/>
                  </a:lnTo>
                  <a:lnTo>
                    <a:pt x="227902" y="124314"/>
                  </a:lnTo>
                  <a:lnTo>
                    <a:pt x="0" y="12431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44" name="图片 54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266" y="8229"/>
              <a:ext cx="381" cy="23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46" name="任意多边形 545"/>
            <p:cNvSpPr/>
            <p:nvPr/>
          </p:nvSpPr>
          <p:spPr>
            <a:xfrm>
              <a:off x="15706" y="8066"/>
              <a:ext cx="533" cy="76"/>
            </a:xfrm>
            <a:custGeom>
              <a:avLst/>
              <a:gdLst>
                <a:gd name="connisteX0" fmla="*/ 0 w 338400"/>
                <a:gd name="connsiteY0" fmla="*/ 0 h 48344"/>
                <a:gd name="connisteX1" fmla="*/ 0 w 338400"/>
                <a:gd name="connsiteY1" fmla="*/ 48344 h 48344"/>
                <a:gd name="connisteX2" fmla="*/ 338400 w 338400"/>
                <a:gd name="connsiteY2" fmla="*/ 48344 h 48344"/>
                <a:gd name="connisteX3" fmla="*/ 338400 w 338400"/>
                <a:gd name="connsiteY3" fmla="*/ 0 h 4834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338400" h="48344">
                  <a:moveTo>
                    <a:pt x="0" y="0"/>
                  </a:moveTo>
                  <a:lnTo>
                    <a:pt x="0" y="48344"/>
                  </a:lnTo>
                  <a:lnTo>
                    <a:pt x="338400" y="48344"/>
                  </a:lnTo>
                  <a:lnTo>
                    <a:pt x="338400" y="0"/>
                  </a:lnTo>
                </a:path>
              </a:pathLst>
            </a:custGeom>
            <a:noFill/>
            <a:ln w="8978" cap="flat">
              <a:solidFill>
                <a:srgbClr val="009CA8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7" name="任意多边形 546"/>
            <p:cNvSpPr/>
            <p:nvPr/>
          </p:nvSpPr>
          <p:spPr>
            <a:xfrm>
              <a:off x="15701" y="8223"/>
              <a:ext cx="533" cy="196"/>
            </a:xfrm>
            <a:custGeom>
              <a:avLst/>
              <a:gdLst>
                <a:gd name="connisteX0" fmla="*/ 0 w 338400"/>
                <a:gd name="connsiteY0" fmla="*/ 0 h 124314"/>
                <a:gd name="connisteX1" fmla="*/ 338400 w 338400"/>
                <a:gd name="connsiteY1" fmla="*/ 0 h 124314"/>
                <a:gd name="connisteX2" fmla="*/ 338400 w 338400"/>
                <a:gd name="connsiteY2" fmla="*/ 124314 h 124314"/>
                <a:gd name="connisteX3" fmla="*/ 0 w 338400"/>
                <a:gd name="connsiteY3" fmla="*/ 124314 h 124314"/>
                <a:gd name="connisteX4" fmla="*/ 0 w 338400"/>
                <a:gd name="connsiteY4" fmla="*/ 0 h 12431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38400" h="124314">
                  <a:moveTo>
                    <a:pt x="0" y="0"/>
                  </a:moveTo>
                  <a:lnTo>
                    <a:pt x="338400" y="0"/>
                  </a:lnTo>
                  <a:lnTo>
                    <a:pt x="338400" y="124314"/>
                  </a:lnTo>
                  <a:lnTo>
                    <a:pt x="0" y="12431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48" name="图片 54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690" y="8229"/>
              <a:ext cx="555" cy="23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50" name="任意多边形 549"/>
            <p:cNvSpPr/>
            <p:nvPr/>
          </p:nvSpPr>
          <p:spPr>
            <a:xfrm>
              <a:off x="16305" y="8066"/>
              <a:ext cx="663" cy="76"/>
            </a:xfrm>
            <a:custGeom>
              <a:avLst/>
              <a:gdLst>
                <a:gd name="connisteX0" fmla="*/ 0 w 421273"/>
                <a:gd name="connsiteY0" fmla="*/ 0 h 48344"/>
                <a:gd name="connisteX1" fmla="*/ 0 w 421273"/>
                <a:gd name="connsiteY1" fmla="*/ 48344 h 48344"/>
                <a:gd name="connisteX2" fmla="*/ 421273 w 421273"/>
                <a:gd name="connsiteY2" fmla="*/ 48344 h 48344"/>
                <a:gd name="connisteX3" fmla="*/ 421273 w 421273"/>
                <a:gd name="connsiteY3" fmla="*/ 0 h 4834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421274" h="48344">
                  <a:moveTo>
                    <a:pt x="0" y="0"/>
                  </a:moveTo>
                  <a:lnTo>
                    <a:pt x="0" y="48344"/>
                  </a:lnTo>
                  <a:lnTo>
                    <a:pt x="421274" y="48344"/>
                  </a:lnTo>
                  <a:lnTo>
                    <a:pt x="421274" y="0"/>
                  </a:lnTo>
                </a:path>
              </a:pathLst>
            </a:custGeom>
            <a:noFill/>
            <a:ln w="8978" cap="flat">
              <a:solidFill>
                <a:srgbClr val="4389FF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51" name="任意多边形 550"/>
            <p:cNvSpPr/>
            <p:nvPr/>
          </p:nvSpPr>
          <p:spPr>
            <a:xfrm>
              <a:off x="16299" y="8223"/>
              <a:ext cx="664" cy="196"/>
            </a:xfrm>
            <a:custGeom>
              <a:avLst/>
              <a:gdLst>
                <a:gd name="connisteX0" fmla="*/ 0 w 421273"/>
                <a:gd name="connsiteY0" fmla="*/ 0 h 124314"/>
                <a:gd name="connisteX1" fmla="*/ 421273 w 421273"/>
                <a:gd name="connsiteY1" fmla="*/ 0 h 124314"/>
                <a:gd name="connisteX2" fmla="*/ 421273 w 421273"/>
                <a:gd name="connsiteY2" fmla="*/ 124314 h 124314"/>
                <a:gd name="connisteX3" fmla="*/ 0 w 421273"/>
                <a:gd name="connsiteY3" fmla="*/ 124314 h 124314"/>
                <a:gd name="connisteX4" fmla="*/ 0 w 421273"/>
                <a:gd name="connsiteY4" fmla="*/ 0 h 12431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21274" h="124314">
                  <a:moveTo>
                    <a:pt x="0" y="0"/>
                  </a:moveTo>
                  <a:lnTo>
                    <a:pt x="421274" y="0"/>
                  </a:lnTo>
                  <a:lnTo>
                    <a:pt x="421274" y="124314"/>
                  </a:lnTo>
                  <a:lnTo>
                    <a:pt x="0" y="12431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52" name="图片 55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288" y="8229"/>
              <a:ext cx="685" cy="23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54" name="任意多边形 553"/>
            <p:cNvSpPr/>
            <p:nvPr/>
          </p:nvSpPr>
          <p:spPr>
            <a:xfrm>
              <a:off x="17022" y="8066"/>
              <a:ext cx="773" cy="76"/>
            </a:xfrm>
            <a:custGeom>
              <a:avLst/>
              <a:gdLst>
                <a:gd name="connisteX0" fmla="*/ 0 w 490334"/>
                <a:gd name="connsiteY0" fmla="*/ 0 h 48344"/>
                <a:gd name="connisteX1" fmla="*/ 0 w 490334"/>
                <a:gd name="connsiteY1" fmla="*/ 48344 h 48344"/>
                <a:gd name="connisteX2" fmla="*/ 490334 w 490334"/>
                <a:gd name="connsiteY2" fmla="*/ 48344 h 48344"/>
                <a:gd name="connisteX3" fmla="*/ 490334 w 490334"/>
                <a:gd name="connsiteY3" fmla="*/ 0 h 4834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490335" h="48344">
                  <a:moveTo>
                    <a:pt x="0" y="0"/>
                  </a:moveTo>
                  <a:lnTo>
                    <a:pt x="0" y="48344"/>
                  </a:lnTo>
                  <a:lnTo>
                    <a:pt x="490335" y="48344"/>
                  </a:lnTo>
                  <a:lnTo>
                    <a:pt x="490335" y="0"/>
                  </a:lnTo>
                </a:path>
              </a:pathLst>
            </a:custGeom>
            <a:noFill/>
            <a:ln w="8978" cap="flat">
              <a:solidFill>
                <a:srgbClr val="27272C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55" name="任意多边形 554"/>
            <p:cNvSpPr/>
            <p:nvPr/>
          </p:nvSpPr>
          <p:spPr>
            <a:xfrm>
              <a:off x="17017" y="8223"/>
              <a:ext cx="772" cy="196"/>
            </a:xfrm>
            <a:custGeom>
              <a:avLst/>
              <a:gdLst>
                <a:gd name="connisteX0" fmla="*/ 0 w 490334"/>
                <a:gd name="connsiteY0" fmla="*/ 0 h 124314"/>
                <a:gd name="connisteX1" fmla="*/ 490334 w 490334"/>
                <a:gd name="connsiteY1" fmla="*/ 0 h 124314"/>
                <a:gd name="connisteX2" fmla="*/ 490334 w 490334"/>
                <a:gd name="connsiteY2" fmla="*/ 124314 h 124314"/>
                <a:gd name="connisteX3" fmla="*/ 0 w 490334"/>
                <a:gd name="connsiteY3" fmla="*/ 124314 h 124314"/>
                <a:gd name="connisteX4" fmla="*/ 0 w 490334"/>
                <a:gd name="connsiteY4" fmla="*/ 0 h 12431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90335" h="124314">
                  <a:moveTo>
                    <a:pt x="0" y="0"/>
                  </a:moveTo>
                  <a:lnTo>
                    <a:pt x="490335" y="0"/>
                  </a:lnTo>
                  <a:lnTo>
                    <a:pt x="490335" y="124314"/>
                  </a:lnTo>
                  <a:lnTo>
                    <a:pt x="0" y="12431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56" name="图片 55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006" y="8229"/>
              <a:ext cx="794" cy="23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58" name="任意多边形 557"/>
            <p:cNvSpPr/>
            <p:nvPr/>
          </p:nvSpPr>
          <p:spPr>
            <a:xfrm>
              <a:off x="15233" y="8419"/>
              <a:ext cx="468" cy="239"/>
            </a:xfrm>
            <a:custGeom>
              <a:avLst/>
              <a:gdLst>
                <a:gd name="connisteX0" fmla="*/ 0 w 296963"/>
                <a:gd name="connsiteY0" fmla="*/ 0 h 151939"/>
                <a:gd name="connisteX1" fmla="*/ 296963 w 296963"/>
                <a:gd name="connsiteY1" fmla="*/ 0 h 151939"/>
                <a:gd name="connisteX2" fmla="*/ 296963 w 296963"/>
                <a:gd name="connsiteY2" fmla="*/ 151939 h 151939"/>
                <a:gd name="connisteX3" fmla="*/ 0 w 296963"/>
                <a:gd name="connsiteY3" fmla="*/ 151939 h 151939"/>
                <a:gd name="connisteX4" fmla="*/ 0 w 296963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96963" h="151940">
                  <a:moveTo>
                    <a:pt x="0" y="0"/>
                  </a:moveTo>
                  <a:lnTo>
                    <a:pt x="296963" y="0"/>
                  </a:lnTo>
                  <a:lnTo>
                    <a:pt x="296963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59" name="图片 55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222" y="8457"/>
              <a:ext cx="490" cy="210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61" name="任意多边形 560"/>
            <p:cNvSpPr/>
            <p:nvPr/>
          </p:nvSpPr>
          <p:spPr>
            <a:xfrm>
              <a:off x="15701" y="8419"/>
              <a:ext cx="511" cy="239"/>
            </a:xfrm>
            <a:custGeom>
              <a:avLst/>
              <a:gdLst>
                <a:gd name="connisteX0" fmla="*/ 0 w 324587"/>
                <a:gd name="connsiteY0" fmla="*/ 0 h 151939"/>
                <a:gd name="connisteX1" fmla="*/ 324587 w 324587"/>
                <a:gd name="connsiteY1" fmla="*/ 0 h 151939"/>
                <a:gd name="connisteX2" fmla="*/ 324587 w 324587"/>
                <a:gd name="connsiteY2" fmla="*/ 151939 h 151939"/>
                <a:gd name="connisteX3" fmla="*/ 0 w 324587"/>
                <a:gd name="connsiteY3" fmla="*/ 151939 h 151939"/>
                <a:gd name="connisteX4" fmla="*/ 0 w 324587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24588" h="151940">
                  <a:moveTo>
                    <a:pt x="0" y="0"/>
                  </a:moveTo>
                  <a:lnTo>
                    <a:pt x="324588" y="0"/>
                  </a:lnTo>
                  <a:lnTo>
                    <a:pt x="324588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62" name="图片 56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690" y="8457"/>
              <a:ext cx="533" cy="210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64" name="任意多边形 563"/>
            <p:cNvSpPr/>
            <p:nvPr/>
          </p:nvSpPr>
          <p:spPr>
            <a:xfrm>
              <a:off x="16245" y="8419"/>
              <a:ext cx="1022" cy="239"/>
            </a:xfrm>
            <a:custGeom>
              <a:avLst/>
              <a:gdLst>
                <a:gd name="connisteX0" fmla="*/ 0 w 649175"/>
                <a:gd name="connsiteY0" fmla="*/ 0 h 151939"/>
                <a:gd name="connisteX1" fmla="*/ 649175 w 649175"/>
                <a:gd name="connsiteY1" fmla="*/ 0 h 151939"/>
                <a:gd name="connisteX2" fmla="*/ 649175 w 649175"/>
                <a:gd name="connsiteY2" fmla="*/ 151939 h 151939"/>
                <a:gd name="connisteX3" fmla="*/ 0 w 649175"/>
                <a:gd name="connsiteY3" fmla="*/ 151939 h 151939"/>
                <a:gd name="connisteX4" fmla="*/ 0 w 649175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49176" h="151940">
                  <a:moveTo>
                    <a:pt x="0" y="0"/>
                  </a:moveTo>
                  <a:lnTo>
                    <a:pt x="649176" y="0"/>
                  </a:lnTo>
                  <a:lnTo>
                    <a:pt x="649176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65" name="图片 56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6234" y="8457"/>
              <a:ext cx="1044" cy="210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67" name="任意多边形 566"/>
            <p:cNvSpPr/>
            <p:nvPr/>
          </p:nvSpPr>
          <p:spPr>
            <a:xfrm>
              <a:off x="17278" y="8419"/>
              <a:ext cx="511" cy="239"/>
            </a:xfrm>
            <a:custGeom>
              <a:avLst/>
              <a:gdLst>
                <a:gd name="connisteX0" fmla="*/ 0 w 324587"/>
                <a:gd name="connsiteY0" fmla="*/ 0 h 151939"/>
                <a:gd name="connisteX1" fmla="*/ 324587 w 324587"/>
                <a:gd name="connsiteY1" fmla="*/ 0 h 151939"/>
                <a:gd name="connisteX2" fmla="*/ 324587 w 324587"/>
                <a:gd name="connsiteY2" fmla="*/ 151939 h 151939"/>
                <a:gd name="connisteX3" fmla="*/ 0 w 324587"/>
                <a:gd name="connsiteY3" fmla="*/ 151939 h 151939"/>
                <a:gd name="connisteX4" fmla="*/ 0 w 324587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24588" h="151940">
                  <a:moveTo>
                    <a:pt x="0" y="0"/>
                  </a:moveTo>
                  <a:lnTo>
                    <a:pt x="324588" y="0"/>
                  </a:lnTo>
                  <a:lnTo>
                    <a:pt x="324588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68" name="图片 567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7267" y="8457"/>
              <a:ext cx="533" cy="210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70" name="任意多边形 569"/>
            <p:cNvSpPr/>
            <p:nvPr/>
          </p:nvSpPr>
          <p:spPr>
            <a:xfrm>
              <a:off x="15326" y="8805"/>
              <a:ext cx="163" cy="250"/>
            </a:xfrm>
            <a:custGeom>
              <a:avLst/>
              <a:gdLst>
                <a:gd name="connisteX0" fmla="*/ 0 w 103591"/>
                <a:gd name="connsiteY0" fmla="*/ 0 h 158845"/>
                <a:gd name="connisteX1" fmla="*/ 103591 w 103591"/>
                <a:gd name="connsiteY1" fmla="*/ 0 h 158845"/>
                <a:gd name="connisteX2" fmla="*/ 103591 w 103591"/>
                <a:gd name="connsiteY2" fmla="*/ 158845 h 158845"/>
                <a:gd name="connisteX3" fmla="*/ 0 w 103591"/>
                <a:gd name="connsiteY3" fmla="*/ 158845 h 158845"/>
                <a:gd name="connisteX4" fmla="*/ 0 w 10359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3592" h="158846">
                  <a:moveTo>
                    <a:pt x="0" y="0"/>
                  </a:moveTo>
                  <a:lnTo>
                    <a:pt x="103592" y="0"/>
                  </a:lnTo>
                  <a:lnTo>
                    <a:pt x="10359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C2C3"/>
            </a:solidFill>
            <a:ln w="5525" cap="flat">
              <a:solidFill>
                <a:srgbClr val="66666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71" name="任意多边形 570"/>
            <p:cNvSpPr/>
            <p:nvPr/>
          </p:nvSpPr>
          <p:spPr>
            <a:xfrm>
              <a:off x="15570" y="8800"/>
              <a:ext cx="1034" cy="250"/>
            </a:xfrm>
            <a:custGeom>
              <a:avLst/>
              <a:gdLst>
                <a:gd name="connisteX0" fmla="*/ 0 w 656081"/>
                <a:gd name="connsiteY0" fmla="*/ 0 h 158845"/>
                <a:gd name="connisteX1" fmla="*/ 656081 w 656081"/>
                <a:gd name="connsiteY1" fmla="*/ 0 h 158845"/>
                <a:gd name="connisteX2" fmla="*/ 656081 w 656081"/>
                <a:gd name="connsiteY2" fmla="*/ 158845 h 158845"/>
                <a:gd name="connisteX3" fmla="*/ 0 w 656081"/>
                <a:gd name="connsiteY3" fmla="*/ 158845 h 158845"/>
                <a:gd name="connisteX4" fmla="*/ 0 w 65608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56082" h="158846">
                  <a:moveTo>
                    <a:pt x="0" y="0"/>
                  </a:moveTo>
                  <a:lnTo>
                    <a:pt x="656082" y="0"/>
                  </a:lnTo>
                  <a:lnTo>
                    <a:pt x="65608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72" name="图片 57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570" y="8860"/>
              <a:ext cx="1055" cy="184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74" name="任意多边形 573"/>
            <p:cNvSpPr/>
            <p:nvPr/>
          </p:nvSpPr>
          <p:spPr>
            <a:xfrm>
              <a:off x="16729" y="8805"/>
              <a:ext cx="163" cy="250"/>
            </a:xfrm>
            <a:custGeom>
              <a:avLst/>
              <a:gdLst>
                <a:gd name="connisteX0" fmla="*/ 0 w 103591"/>
                <a:gd name="connsiteY0" fmla="*/ 0 h 158845"/>
                <a:gd name="connisteX1" fmla="*/ 103591 w 103591"/>
                <a:gd name="connsiteY1" fmla="*/ 0 h 158845"/>
                <a:gd name="connisteX2" fmla="*/ 103591 w 103591"/>
                <a:gd name="connsiteY2" fmla="*/ 158845 h 158845"/>
                <a:gd name="connisteX3" fmla="*/ 0 w 103591"/>
                <a:gd name="connsiteY3" fmla="*/ 158845 h 158845"/>
                <a:gd name="connisteX4" fmla="*/ 0 w 10359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3592" h="158846">
                  <a:moveTo>
                    <a:pt x="0" y="0"/>
                  </a:moveTo>
                  <a:lnTo>
                    <a:pt x="103592" y="0"/>
                  </a:lnTo>
                  <a:lnTo>
                    <a:pt x="10359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D3D5"/>
            </a:solidFill>
            <a:ln w="5525" cap="flat">
              <a:solidFill>
                <a:srgbClr val="66666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75" name="任意多边形 574"/>
            <p:cNvSpPr/>
            <p:nvPr/>
          </p:nvSpPr>
          <p:spPr>
            <a:xfrm>
              <a:off x="16973" y="8800"/>
              <a:ext cx="1034" cy="250"/>
            </a:xfrm>
            <a:custGeom>
              <a:avLst/>
              <a:gdLst>
                <a:gd name="connisteX0" fmla="*/ 0 w 656081"/>
                <a:gd name="connsiteY0" fmla="*/ 0 h 158845"/>
                <a:gd name="connisteX1" fmla="*/ 656081 w 656081"/>
                <a:gd name="connsiteY1" fmla="*/ 0 h 158845"/>
                <a:gd name="connisteX2" fmla="*/ 656081 w 656081"/>
                <a:gd name="connsiteY2" fmla="*/ 158845 h 158845"/>
                <a:gd name="connisteX3" fmla="*/ 0 w 656081"/>
                <a:gd name="connsiteY3" fmla="*/ 158845 h 158845"/>
                <a:gd name="connisteX4" fmla="*/ 0 w 65608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56082" h="158846">
                  <a:moveTo>
                    <a:pt x="0" y="0"/>
                  </a:moveTo>
                  <a:lnTo>
                    <a:pt x="656082" y="0"/>
                  </a:lnTo>
                  <a:lnTo>
                    <a:pt x="65608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76" name="图片 575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6973" y="8860"/>
              <a:ext cx="1055" cy="184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78" name="任意多边形 577"/>
            <p:cNvSpPr/>
            <p:nvPr/>
          </p:nvSpPr>
          <p:spPr>
            <a:xfrm>
              <a:off x="15326" y="9153"/>
              <a:ext cx="163" cy="250"/>
            </a:xfrm>
            <a:custGeom>
              <a:avLst/>
              <a:gdLst>
                <a:gd name="connisteX0" fmla="*/ 0 w 103591"/>
                <a:gd name="connsiteY0" fmla="*/ 0 h 158845"/>
                <a:gd name="connisteX1" fmla="*/ 103591 w 103591"/>
                <a:gd name="connsiteY1" fmla="*/ 0 h 158845"/>
                <a:gd name="connisteX2" fmla="*/ 103591 w 103591"/>
                <a:gd name="connsiteY2" fmla="*/ 158845 h 158845"/>
                <a:gd name="connisteX3" fmla="*/ 0 w 103591"/>
                <a:gd name="connsiteY3" fmla="*/ 158845 h 158845"/>
                <a:gd name="connisteX4" fmla="*/ 0 w 10359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3592" h="158846">
                  <a:moveTo>
                    <a:pt x="0" y="0"/>
                  </a:moveTo>
                  <a:lnTo>
                    <a:pt x="103592" y="0"/>
                  </a:lnTo>
                  <a:lnTo>
                    <a:pt x="10359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CEFA"/>
            </a:solidFill>
            <a:ln w="5525" cap="flat">
              <a:solidFill>
                <a:srgbClr val="66666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79" name="任意多边形 578"/>
            <p:cNvSpPr/>
            <p:nvPr/>
          </p:nvSpPr>
          <p:spPr>
            <a:xfrm>
              <a:off x="15570" y="9148"/>
              <a:ext cx="1034" cy="250"/>
            </a:xfrm>
            <a:custGeom>
              <a:avLst/>
              <a:gdLst>
                <a:gd name="connisteX0" fmla="*/ 0 w 656081"/>
                <a:gd name="connsiteY0" fmla="*/ 0 h 158845"/>
                <a:gd name="connisteX1" fmla="*/ 656081 w 656081"/>
                <a:gd name="connsiteY1" fmla="*/ 0 h 158845"/>
                <a:gd name="connisteX2" fmla="*/ 656081 w 656081"/>
                <a:gd name="connsiteY2" fmla="*/ 158845 h 158845"/>
                <a:gd name="connisteX3" fmla="*/ 0 w 656081"/>
                <a:gd name="connsiteY3" fmla="*/ 158845 h 158845"/>
                <a:gd name="connisteX4" fmla="*/ 0 w 65608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56082" h="158846">
                  <a:moveTo>
                    <a:pt x="0" y="0"/>
                  </a:moveTo>
                  <a:lnTo>
                    <a:pt x="656082" y="0"/>
                  </a:lnTo>
                  <a:lnTo>
                    <a:pt x="65608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80" name="图片 57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5570" y="9208"/>
              <a:ext cx="1055" cy="185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82" name="任意多边形 581"/>
            <p:cNvSpPr/>
            <p:nvPr/>
          </p:nvSpPr>
          <p:spPr>
            <a:xfrm>
              <a:off x="16729" y="9153"/>
              <a:ext cx="163" cy="250"/>
            </a:xfrm>
            <a:custGeom>
              <a:avLst/>
              <a:gdLst>
                <a:gd name="connisteX0" fmla="*/ 0 w 103591"/>
                <a:gd name="connsiteY0" fmla="*/ 0 h 158845"/>
                <a:gd name="connisteX1" fmla="*/ 103591 w 103591"/>
                <a:gd name="connsiteY1" fmla="*/ 0 h 158845"/>
                <a:gd name="connisteX2" fmla="*/ 103591 w 103591"/>
                <a:gd name="connsiteY2" fmla="*/ 158845 h 158845"/>
                <a:gd name="connisteX3" fmla="*/ 0 w 103591"/>
                <a:gd name="connsiteY3" fmla="*/ 158845 h 158845"/>
                <a:gd name="connisteX4" fmla="*/ 0 w 10359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03592" h="158846">
                  <a:moveTo>
                    <a:pt x="0" y="0"/>
                  </a:moveTo>
                  <a:lnTo>
                    <a:pt x="103592" y="0"/>
                  </a:lnTo>
                  <a:lnTo>
                    <a:pt x="10359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525" cap="flat">
              <a:solidFill>
                <a:srgbClr val="66666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83" name="任意多边形 582"/>
            <p:cNvSpPr/>
            <p:nvPr/>
          </p:nvSpPr>
          <p:spPr>
            <a:xfrm>
              <a:off x="16973" y="9148"/>
              <a:ext cx="1034" cy="250"/>
            </a:xfrm>
            <a:custGeom>
              <a:avLst/>
              <a:gdLst>
                <a:gd name="connisteX0" fmla="*/ 0 w 656081"/>
                <a:gd name="connsiteY0" fmla="*/ 0 h 158845"/>
                <a:gd name="connisteX1" fmla="*/ 656081 w 656081"/>
                <a:gd name="connsiteY1" fmla="*/ 0 h 158845"/>
                <a:gd name="connisteX2" fmla="*/ 656081 w 656081"/>
                <a:gd name="connsiteY2" fmla="*/ 158845 h 158845"/>
                <a:gd name="connisteX3" fmla="*/ 0 w 656081"/>
                <a:gd name="connsiteY3" fmla="*/ 158845 h 158845"/>
                <a:gd name="connisteX4" fmla="*/ 0 w 656081"/>
                <a:gd name="connsiteY4" fmla="*/ 0 h 1588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56082" h="158846">
                  <a:moveTo>
                    <a:pt x="0" y="0"/>
                  </a:moveTo>
                  <a:lnTo>
                    <a:pt x="656082" y="0"/>
                  </a:lnTo>
                  <a:lnTo>
                    <a:pt x="656082" y="158846"/>
                  </a:lnTo>
                  <a:lnTo>
                    <a:pt x="0" y="158846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84" name="图片 583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6973" y="9208"/>
              <a:ext cx="1055" cy="185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86" name="任意多边形 585"/>
            <p:cNvSpPr/>
            <p:nvPr/>
          </p:nvSpPr>
          <p:spPr>
            <a:xfrm>
              <a:off x="15489" y="9599"/>
              <a:ext cx="2251" cy="577"/>
            </a:xfrm>
            <a:custGeom>
              <a:avLst/>
              <a:gdLst>
                <a:gd name="connisteX0" fmla="*/ 0 w 1429567"/>
                <a:gd name="connsiteY0" fmla="*/ 47584 h 366036"/>
                <a:gd name="connisteX1" fmla="*/ 42887 w 1429567"/>
                <a:gd name="connsiteY1" fmla="*/ 0 h 366036"/>
                <a:gd name="connisteX2" fmla="*/ 1386680 w 1429567"/>
                <a:gd name="connsiteY2" fmla="*/ 0 h 366036"/>
                <a:gd name="connisteX3" fmla="*/ 1429567 w 1429567"/>
                <a:gd name="connsiteY3" fmla="*/ 47584 h 366036"/>
                <a:gd name="connisteX4" fmla="*/ 1429567 w 1429567"/>
                <a:gd name="connsiteY4" fmla="*/ 318451 h 366036"/>
                <a:gd name="connisteX5" fmla="*/ 1386680 w 1429567"/>
                <a:gd name="connsiteY5" fmla="*/ 366036 h 366036"/>
                <a:gd name="connisteX6" fmla="*/ 42887 w 1429567"/>
                <a:gd name="connsiteY6" fmla="*/ 366036 h 366036"/>
                <a:gd name="connisteX7" fmla="*/ 0 w 1429567"/>
                <a:gd name="connsiteY7" fmla="*/ 318451 h 366036"/>
                <a:gd name="connisteX8" fmla="*/ 0 w 1429567"/>
                <a:gd name="connsiteY8" fmla="*/ 47584 h 36603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429568" h="366036">
                  <a:moveTo>
                    <a:pt x="0" y="47585"/>
                  </a:moveTo>
                  <a:cubicBezTo>
                    <a:pt x="0" y="21304"/>
                    <a:pt x="19201" y="0"/>
                    <a:pt x="42887" y="0"/>
                  </a:cubicBezTo>
                  <a:lnTo>
                    <a:pt x="1386681" y="0"/>
                  </a:lnTo>
                  <a:cubicBezTo>
                    <a:pt x="1410367" y="0"/>
                    <a:pt x="1429568" y="21304"/>
                    <a:pt x="1429568" y="47585"/>
                  </a:cubicBezTo>
                  <a:lnTo>
                    <a:pt x="1429568" y="318452"/>
                  </a:lnTo>
                  <a:cubicBezTo>
                    <a:pt x="1429568" y="344732"/>
                    <a:pt x="1410367" y="366036"/>
                    <a:pt x="1386681" y="366036"/>
                  </a:cubicBezTo>
                  <a:lnTo>
                    <a:pt x="42887" y="366036"/>
                  </a:lnTo>
                  <a:cubicBezTo>
                    <a:pt x="19201" y="366036"/>
                    <a:pt x="0" y="344732"/>
                    <a:pt x="0" y="318452"/>
                  </a:cubicBezTo>
                  <a:lnTo>
                    <a:pt x="0" y="47585"/>
                  </a:lnTo>
                  <a:close/>
                </a:path>
              </a:pathLst>
            </a:custGeom>
            <a:solidFill>
              <a:srgbClr val="E9F6FF"/>
            </a:solidFill>
            <a:ln w="6906" cap="flat">
              <a:solidFill>
                <a:srgbClr val="498DFA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87" name="任意多边形 586"/>
            <p:cNvSpPr/>
            <p:nvPr/>
          </p:nvSpPr>
          <p:spPr>
            <a:xfrm>
              <a:off x="15516" y="9615"/>
              <a:ext cx="2186" cy="533"/>
            </a:xfrm>
            <a:custGeom>
              <a:avLst/>
              <a:gdLst>
                <a:gd name="connisteX0" fmla="*/ 0 w 1388131"/>
                <a:gd name="connsiteY0" fmla="*/ 0 h 338410"/>
                <a:gd name="connisteX1" fmla="*/ 1388131 w 1388131"/>
                <a:gd name="connsiteY1" fmla="*/ 0 h 338410"/>
                <a:gd name="connisteX2" fmla="*/ 1388131 w 1388131"/>
                <a:gd name="connsiteY2" fmla="*/ 338410 h 338410"/>
                <a:gd name="connisteX3" fmla="*/ 0 w 1388131"/>
                <a:gd name="connsiteY3" fmla="*/ 338410 h 338410"/>
                <a:gd name="connisteX4" fmla="*/ 0 w 1388131"/>
                <a:gd name="connsiteY4" fmla="*/ 0 h 33841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388131" h="338411">
                  <a:moveTo>
                    <a:pt x="0" y="0"/>
                  </a:moveTo>
                  <a:lnTo>
                    <a:pt x="1388131" y="0"/>
                  </a:lnTo>
                  <a:lnTo>
                    <a:pt x="1388131" y="338411"/>
                  </a:lnTo>
                  <a:lnTo>
                    <a:pt x="0" y="338411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88" name="图片 587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5505" y="9659"/>
              <a:ext cx="2208" cy="517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</p:grpSp>
      <p:sp>
        <p:nvSpPr>
          <p:cNvPr id="103" name="任意多边形 102"/>
          <p:cNvSpPr/>
          <p:nvPr/>
        </p:nvSpPr>
        <p:spPr>
          <a:xfrm flipV="1">
            <a:off x="6309995" y="2037715"/>
            <a:ext cx="207010" cy="76200"/>
          </a:xfrm>
          <a:custGeom>
            <a:avLst/>
            <a:gdLst>
              <a:gd name="connisteX0" fmla="*/ 0 w 52003"/>
              <a:gd name="connsiteY0" fmla="*/ 0 h 0"/>
              <a:gd name="connisteX1" fmla="*/ 52003 w 52003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52003">
                <a:moveTo>
                  <a:pt x="0" y="0"/>
                </a:moveTo>
                <a:lnTo>
                  <a:pt x="52003" y="0"/>
                </a:lnTo>
              </a:path>
            </a:pathLst>
          </a:custGeom>
          <a:noFill/>
          <a:ln w="25400" cap="flat">
            <a:solidFill>
              <a:srgbClr val="5997FF"/>
            </a:solidFill>
            <a:miter/>
            <a:tailEnd type="triangle"/>
          </a:ln>
        </p:spPr>
        <p:txBody>
          <a:bodyPr/>
          <a:p>
            <a:endParaRPr lang="zh-CN" altLang="en-US"/>
          </a:p>
        </p:txBody>
      </p:sp>
      <p:sp>
        <p:nvSpPr>
          <p:cNvPr id="112" name="任意多边形 111"/>
          <p:cNvSpPr/>
          <p:nvPr/>
        </p:nvSpPr>
        <p:spPr>
          <a:xfrm>
            <a:off x="6523990" y="504825"/>
            <a:ext cx="4861560" cy="3369945"/>
          </a:xfrm>
          <a:custGeom>
            <a:avLst/>
            <a:gdLst>
              <a:gd name="connisteX0" fmla="*/ 0 w 4861912"/>
              <a:gd name="connsiteY0" fmla="*/ 151663 h 3370296"/>
              <a:gd name="connisteX1" fmla="*/ 145857 w 4861912"/>
              <a:gd name="connsiteY1" fmla="*/ 0 h 3370296"/>
              <a:gd name="connisteX2" fmla="*/ 4716054 w 4861912"/>
              <a:gd name="connsiteY2" fmla="*/ 0 h 3370296"/>
              <a:gd name="connisteX3" fmla="*/ 4861912 w 4861912"/>
              <a:gd name="connsiteY3" fmla="*/ 151663 h 3370296"/>
              <a:gd name="connisteX4" fmla="*/ 4861912 w 4861912"/>
              <a:gd name="connsiteY4" fmla="*/ 3218632 h 3370296"/>
              <a:gd name="connisteX5" fmla="*/ 4716054 w 4861912"/>
              <a:gd name="connsiteY5" fmla="*/ 3370296 h 3370296"/>
              <a:gd name="connisteX6" fmla="*/ 145857 w 4861912"/>
              <a:gd name="connsiteY6" fmla="*/ 3370296 h 3370296"/>
              <a:gd name="connisteX7" fmla="*/ 0 w 4861912"/>
              <a:gd name="connsiteY7" fmla="*/ 3218632 h 3370296"/>
              <a:gd name="connisteX8" fmla="*/ 0 w 4861912"/>
              <a:gd name="connsiteY8" fmla="*/ 151663 h 33702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4861912" h="3370296">
                <a:moveTo>
                  <a:pt x="0" y="151663"/>
                </a:moveTo>
                <a:cubicBezTo>
                  <a:pt x="0" y="67902"/>
                  <a:pt x="65303" y="0"/>
                  <a:pt x="145857" y="0"/>
                </a:cubicBezTo>
                <a:lnTo>
                  <a:pt x="4716055" y="0"/>
                </a:lnTo>
                <a:cubicBezTo>
                  <a:pt x="4796610" y="0"/>
                  <a:pt x="4861912" y="67902"/>
                  <a:pt x="4861912" y="151663"/>
                </a:cubicBezTo>
                <a:lnTo>
                  <a:pt x="4861912" y="3218633"/>
                </a:lnTo>
                <a:cubicBezTo>
                  <a:pt x="4861912" y="3302394"/>
                  <a:pt x="4796610" y="3370296"/>
                  <a:pt x="4716055" y="3370296"/>
                </a:cubicBezTo>
                <a:lnTo>
                  <a:pt x="145857" y="3370296"/>
                </a:lnTo>
                <a:cubicBezTo>
                  <a:pt x="65303" y="3370296"/>
                  <a:pt x="0" y="3302394"/>
                  <a:pt x="0" y="3218633"/>
                </a:cubicBezTo>
                <a:lnTo>
                  <a:pt x="0" y="151663"/>
                </a:lnTo>
                <a:close/>
              </a:path>
            </a:pathLst>
          </a:custGeom>
          <a:solidFill>
            <a:srgbClr val="EAF7FF"/>
          </a:solidFill>
          <a:ln w="13812" cap="flat">
            <a:solidFill>
              <a:srgbClr val="4398D4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14" name="任意多边形 113"/>
          <p:cNvSpPr/>
          <p:nvPr/>
        </p:nvSpPr>
        <p:spPr>
          <a:xfrm>
            <a:off x="6634480" y="553085"/>
            <a:ext cx="4640580" cy="269240"/>
          </a:xfrm>
          <a:custGeom>
            <a:avLst/>
            <a:gdLst>
              <a:gd name="connisteX0" fmla="*/ 0 w 4640916"/>
              <a:gd name="connsiteY0" fmla="*/ 0 h 269347"/>
              <a:gd name="connisteX1" fmla="*/ 4640916 w 4640916"/>
              <a:gd name="connsiteY1" fmla="*/ 0 h 269347"/>
              <a:gd name="connisteX2" fmla="*/ 4640916 w 4640916"/>
              <a:gd name="connsiteY2" fmla="*/ 269347 h 269347"/>
              <a:gd name="connisteX3" fmla="*/ 0 w 4640916"/>
              <a:gd name="connsiteY3" fmla="*/ 269347 h 269347"/>
              <a:gd name="connisteX4" fmla="*/ 0 w 4640916"/>
              <a:gd name="connsiteY4" fmla="*/ 0 h 26934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640916" h="269347">
                <a:moveTo>
                  <a:pt x="0" y="0"/>
                </a:moveTo>
                <a:lnTo>
                  <a:pt x="4640916" y="0"/>
                </a:lnTo>
                <a:lnTo>
                  <a:pt x="4640916" y="269347"/>
                </a:lnTo>
                <a:lnTo>
                  <a:pt x="0" y="26934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7495" y="563245"/>
            <a:ext cx="4654550" cy="31813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117" name="任意多边形 116"/>
          <p:cNvSpPr/>
          <p:nvPr/>
        </p:nvSpPr>
        <p:spPr>
          <a:xfrm>
            <a:off x="6606540" y="1133475"/>
            <a:ext cx="746125" cy="379730"/>
          </a:xfrm>
          <a:custGeom>
            <a:avLst/>
            <a:gdLst>
              <a:gd name="connisteX0" fmla="*/ 0 w 745861"/>
              <a:gd name="connsiteY0" fmla="*/ 0 h 379848"/>
              <a:gd name="connisteX1" fmla="*/ 745861 w 745861"/>
              <a:gd name="connsiteY1" fmla="*/ 0 h 379848"/>
              <a:gd name="connisteX2" fmla="*/ 745861 w 745861"/>
              <a:gd name="connsiteY2" fmla="*/ 379848 h 379848"/>
              <a:gd name="connisteX3" fmla="*/ 0 w 745861"/>
              <a:gd name="connsiteY3" fmla="*/ 379848 h 379848"/>
              <a:gd name="connisteX4" fmla="*/ 0 w 745861"/>
              <a:gd name="connsiteY4" fmla="*/ 0 h 37984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45862" h="379849">
                <a:moveTo>
                  <a:pt x="0" y="0"/>
                </a:moveTo>
                <a:lnTo>
                  <a:pt x="745862" y="0"/>
                </a:lnTo>
                <a:lnTo>
                  <a:pt x="745862" y="379849"/>
                </a:lnTo>
                <a:lnTo>
                  <a:pt x="0" y="379849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24" name="任意多边形 123"/>
          <p:cNvSpPr/>
          <p:nvPr/>
        </p:nvSpPr>
        <p:spPr>
          <a:xfrm>
            <a:off x="6805930" y="1419225"/>
            <a:ext cx="256540" cy="179705"/>
          </a:xfrm>
          <a:custGeom>
            <a:avLst/>
            <a:gdLst>
              <a:gd name="connisteX0" fmla="*/ 0 w 345306"/>
              <a:gd name="connsiteY0" fmla="*/ 48344 h 241722"/>
              <a:gd name="connisteX1" fmla="*/ 48342 w 345306"/>
              <a:gd name="connsiteY1" fmla="*/ 0 h 241722"/>
              <a:gd name="connisteX2" fmla="*/ 296963 w 345306"/>
              <a:gd name="connsiteY2" fmla="*/ 0 h 241722"/>
              <a:gd name="connisteX3" fmla="*/ 345306 w 345306"/>
              <a:gd name="connsiteY3" fmla="*/ 48344 h 241722"/>
              <a:gd name="connisteX4" fmla="*/ 345306 w 345306"/>
              <a:gd name="connsiteY4" fmla="*/ 193377 h 241722"/>
              <a:gd name="connisteX5" fmla="*/ 296963 w 345306"/>
              <a:gd name="connsiteY5" fmla="*/ 241722 h 241722"/>
              <a:gd name="connisteX6" fmla="*/ 48342 w 345306"/>
              <a:gd name="connsiteY6" fmla="*/ 241722 h 241722"/>
              <a:gd name="connisteX7" fmla="*/ 0 w 345306"/>
              <a:gd name="connsiteY7" fmla="*/ 193377 h 241722"/>
              <a:gd name="connisteX8" fmla="*/ 0 w 345306"/>
              <a:gd name="connsiteY8" fmla="*/ 48344 h 2417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345306" h="241722">
                <a:moveTo>
                  <a:pt x="0" y="48344"/>
                </a:moveTo>
                <a:cubicBezTo>
                  <a:pt x="0" y="21645"/>
                  <a:pt x="21644" y="0"/>
                  <a:pt x="48343" y="0"/>
                </a:cubicBezTo>
                <a:lnTo>
                  <a:pt x="296963" y="0"/>
                </a:lnTo>
                <a:cubicBezTo>
                  <a:pt x="323662" y="0"/>
                  <a:pt x="345306" y="21645"/>
                  <a:pt x="345306" y="48344"/>
                </a:cubicBezTo>
                <a:lnTo>
                  <a:pt x="345306" y="193378"/>
                </a:lnTo>
                <a:cubicBezTo>
                  <a:pt x="345306" y="220078"/>
                  <a:pt x="323662" y="241722"/>
                  <a:pt x="296963" y="241722"/>
                </a:cubicBezTo>
                <a:lnTo>
                  <a:pt x="48343" y="241722"/>
                </a:lnTo>
                <a:cubicBezTo>
                  <a:pt x="21644" y="241722"/>
                  <a:pt x="0" y="220078"/>
                  <a:pt x="0" y="193378"/>
                </a:cubicBezTo>
                <a:lnTo>
                  <a:pt x="0" y="48344"/>
                </a:lnTo>
                <a:close/>
              </a:path>
            </a:pathLst>
          </a:custGeom>
          <a:solidFill>
            <a:srgbClr val="EAF7FC"/>
          </a:solidFill>
          <a:ln w="6906" cap="flat">
            <a:solidFill>
              <a:srgbClr val="418CF4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34" name="任意多边形 133"/>
          <p:cNvSpPr/>
          <p:nvPr/>
        </p:nvSpPr>
        <p:spPr>
          <a:xfrm>
            <a:off x="7369810" y="1177925"/>
            <a:ext cx="746125" cy="656590"/>
          </a:xfrm>
          <a:custGeom>
            <a:avLst/>
            <a:gdLst>
              <a:gd name="connisteX0" fmla="*/ 0 w 745861"/>
              <a:gd name="connsiteY0" fmla="*/ 0 h 656102"/>
              <a:gd name="connisteX1" fmla="*/ 745861 w 745861"/>
              <a:gd name="connsiteY1" fmla="*/ 179564 h 656102"/>
              <a:gd name="connisteX2" fmla="*/ 745861 w 745861"/>
              <a:gd name="connsiteY2" fmla="*/ 462725 h 656102"/>
              <a:gd name="connisteX3" fmla="*/ 0 w 745861"/>
              <a:gd name="connsiteY3" fmla="*/ 656102 h 656102"/>
              <a:gd name="connisteX4" fmla="*/ 0 w 745861"/>
              <a:gd name="connsiteY4" fmla="*/ 0 h 6561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45862" h="656103">
                <a:moveTo>
                  <a:pt x="0" y="0"/>
                </a:moveTo>
                <a:lnTo>
                  <a:pt x="745862" y="179565"/>
                </a:lnTo>
                <a:lnTo>
                  <a:pt x="745862" y="462725"/>
                </a:lnTo>
                <a:lnTo>
                  <a:pt x="0" y="656103"/>
                </a:lnTo>
                <a:lnTo>
                  <a:pt x="0" y="0"/>
                </a:lnTo>
                <a:close/>
              </a:path>
            </a:pathLst>
          </a:custGeom>
          <a:solidFill>
            <a:srgbClr val="C3DF94"/>
          </a:solidFill>
          <a:ln w="9669" cap="flat">
            <a:solidFill>
              <a:srgbClr val="589226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35" name="任意多边形 134"/>
          <p:cNvSpPr/>
          <p:nvPr/>
        </p:nvSpPr>
        <p:spPr>
          <a:xfrm>
            <a:off x="7386955" y="1326515"/>
            <a:ext cx="690880" cy="373380"/>
          </a:xfrm>
          <a:custGeom>
            <a:avLst/>
            <a:gdLst>
              <a:gd name="connisteX0" fmla="*/ 0 w 690612"/>
              <a:gd name="connsiteY0" fmla="*/ 0 h 372942"/>
              <a:gd name="connisteX1" fmla="*/ 690612 w 690612"/>
              <a:gd name="connsiteY1" fmla="*/ 0 h 372942"/>
              <a:gd name="connisteX2" fmla="*/ 690612 w 690612"/>
              <a:gd name="connsiteY2" fmla="*/ 372942 h 372942"/>
              <a:gd name="connisteX3" fmla="*/ 0 w 690612"/>
              <a:gd name="connsiteY3" fmla="*/ 372942 h 372942"/>
              <a:gd name="connisteX4" fmla="*/ 0 w 690612"/>
              <a:gd name="connsiteY4" fmla="*/ 0 h 37294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690613" h="372943">
                <a:moveTo>
                  <a:pt x="0" y="0"/>
                </a:moveTo>
                <a:lnTo>
                  <a:pt x="690613" y="0"/>
                </a:lnTo>
                <a:lnTo>
                  <a:pt x="690613" y="372943"/>
                </a:lnTo>
                <a:lnTo>
                  <a:pt x="0" y="37294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136" name="图片 13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80605" y="1350645"/>
            <a:ext cx="704215" cy="36639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138" name="任意多边形 137"/>
          <p:cNvSpPr/>
          <p:nvPr/>
        </p:nvSpPr>
        <p:spPr>
          <a:xfrm>
            <a:off x="6805930" y="1671320"/>
            <a:ext cx="256540" cy="179705"/>
          </a:xfrm>
          <a:custGeom>
            <a:avLst/>
            <a:gdLst>
              <a:gd name="connisteX0" fmla="*/ 0 w 324587"/>
              <a:gd name="connsiteY0" fmla="*/ 47860 h 227909"/>
              <a:gd name="connisteX1" fmla="*/ 47065 w 324587"/>
              <a:gd name="connsiteY1" fmla="*/ 0 h 227909"/>
              <a:gd name="connisteX2" fmla="*/ 277522 w 324587"/>
              <a:gd name="connsiteY2" fmla="*/ 0 h 227909"/>
              <a:gd name="connisteX3" fmla="*/ 324587 w 324587"/>
              <a:gd name="connsiteY3" fmla="*/ 47860 h 227909"/>
              <a:gd name="connisteX4" fmla="*/ 324587 w 324587"/>
              <a:gd name="connsiteY4" fmla="*/ 180048 h 227909"/>
              <a:gd name="connisteX5" fmla="*/ 277522 w 324587"/>
              <a:gd name="connsiteY5" fmla="*/ 227909 h 227909"/>
              <a:gd name="connisteX6" fmla="*/ 47065 w 324587"/>
              <a:gd name="connsiteY6" fmla="*/ 227909 h 227909"/>
              <a:gd name="connisteX7" fmla="*/ 0 w 324587"/>
              <a:gd name="connsiteY7" fmla="*/ 180048 h 227909"/>
              <a:gd name="connisteX8" fmla="*/ 0 w 324587"/>
              <a:gd name="connsiteY8" fmla="*/ 47860 h 22790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324588" h="227909">
                <a:moveTo>
                  <a:pt x="0" y="47861"/>
                </a:moveTo>
                <a:cubicBezTo>
                  <a:pt x="0" y="21428"/>
                  <a:pt x="21072" y="0"/>
                  <a:pt x="47065" y="0"/>
                </a:cubicBezTo>
                <a:lnTo>
                  <a:pt x="277523" y="0"/>
                </a:lnTo>
                <a:cubicBezTo>
                  <a:pt x="303516" y="0"/>
                  <a:pt x="324588" y="21428"/>
                  <a:pt x="324588" y="47861"/>
                </a:cubicBezTo>
                <a:lnTo>
                  <a:pt x="324588" y="180048"/>
                </a:lnTo>
                <a:cubicBezTo>
                  <a:pt x="324588" y="206481"/>
                  <a:pt x="303516" y="227909"/>
                  <a:pt x="277523" y="227909"/>
                </a:cubicBezTo>
                <a:lnTo>
                  <a:pt x="47065" y="227909"/>
                </a:lnTo>
                <a:cubicBezTo>
                  <a:pt x="21072" y="227909"/>
                  <a:pt x="0" y="206481"/>
                  <a:pt x="0" y="180048"/>
                </a:cubicBezTo>
                <a:lnTo>
                  <a:pt x="0" y="47861"/>
                </a:lnTo>
                <a:close/>
              </a:path>
            </a:pathLst>
          </a:custGeom>
          <a:solidFill>
            <a:srgbClr val="EAF7FC"/>
          </a:solidFill>
          <a:ln w="6906" cap="flat">
            <a:solidFill>
              <a:srgbClr val="418CF4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42" name="任意多边形 141"/>
          <p:cNvSpPr/>
          <p:nvPr/>
        </p:nvSpPr>
        <p:spPr>
          <a:xfrm>
            <a:off x="6579235" y="2245360"/>
            <a:ext cx="787400" cy="358775"/>
          </a:xfrm>
          <a:custGeom>
            <a:avLst/>
            <a:gdLst>
              <a:gd name="connisteX0" fmla="*/ 0 w 787298"/>
              <a:gd name="connsiteY0" fmla="*/ 0 h 359129"/>
              <a:gd name="connisteX1" fmla="*/ 787298 w 787298"/>
              <a:gd name="connsiteY1" fmla="*/ 0 h 359129"/>
              <a:gd name="connisteX2" fmla="*/ 787298 w 787298"/>
              <a:gd name="connsiteY2" fmla="*/ 359129 h 359129"/>
              <a:gd name="connisteX3" fmla="*/ 0 w 787298"/>
              <a:gd name="connsiteY3" fmla="*/ 359129 h 359129"/>
              <a:gd name="connisteX4" fmla="*/ 0 w 787298"/>
              <a:gd name="connsiteY4" fmla="*/ 0 h 35912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87298" h="359130">
                <a:moveTo>
                  <a:pt x="0" y="0"/>
                </a:moveTo>
                <a:lnTo>
                  <a:pt x="787298" y="0"/>
                </a:lnTo>
                <a:lnTo>
                  <a:pt x="787298" y="359130"/>
                </a:lnTo>
                <a:lnTo>
                  <a:pt x="0" y="35913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46" name="任意多边形 145"/>
          <p:cNvSpPr/>
          <p:nvPr/>
        </p:nvSpPr>
        <p:spPr>
          <a:xfrm>
            <a:off x="6593205" y="3246755"/>
            <a:ext cx="344805" cy="158750"/>
          </a:xfrm>
          <a:custGeom>
            <a:avLst/>
            <a:gdLst>
              <a:gd name="connisteX0" fmla="*/ 0 w 345306"/>
              <a:gd name="connsiteY0" fmla="*/ 0 h 158845"/>
              <a:gd name="connisteX1" fmla="*/ 345306 w 345306"/>
              <a:gd name="connsiteY1" fmla="*/ 0 h 158845"/>
              <a:gd name="connisteX2" fmla="*/ 345306 w 345306"/>
              <a:gd name="connsiteY2" fmla="*/ 158845 h 158845"/>
              <a:gd name="connisteX3" fmla="*/ 0 w 345306"/>
              <a:gd name="connsiteY3" fmla="*/ 158845 h 158845"/>
              <a:gd name="connisteX4" fmla="*/ 0 w 345306"/>
              <a:gd name="connsiteY4" fmla="*/ 0 h 1588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45306" h="158846">
                <a:moveTo>
                  <a:pt x="0" y="0"/>
                </a:moveTo>
                <a:lnTo>
                  <a:pt x="345306" y="0"/>
                </a:lnTo>
                <a:lnTo>
                  <a:pt x="345306" y="158846"/>
                </a:lnTo>
                <a:lnTo>
                  <a:pt x="0" y="158846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49" name="任意多边形 148"/>
          <p:cNvSpPr/>
          <p:nvPr/>
        </p:nvSpPr>
        <p:spPr>
          <a:xfrm>
            <a:off x="6951980" y="3246755"/>
            <a:ext cx="345440" cy="158750"/>
          </a:xfrm>
          <a:custGeom>
            <a:avLst/>
            <a:gdLst>
              <a:gd name="connisteX0" fmla="*/ 0 w 345306"/>
              <a:gd name="connsiteY0" fmla="*/ 0 h 158845"/>
              <a:gd name="connisteX1" fmla="*/ 345306 w 345306"/>
              <a:gd name="connsiteY1" fmla="*/ 0 h 158845"/>
              <a:gd name="connisteX2" fmla="*/ 345306 w 345306"/>
              <a:gd name="connsiteY2" fmla="*/ 158845 h 158845"/>
              <a:gd name="connisteX3" fmla="*/ 0 w 345306"/>
              <a:gd name="connsiteY3" fmla="*/ 158845 h 158845"/>
              <a:gd name="connisteX4" fmla="*/ 0 w 345306"/>
              <a:gd name="connsiteY4" fmla="*/ 0 h 1588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45306" h="158846">
                <a:moveTo>
                  <a:pt x="0" y="0"/>
                </a:moveTo>
                <a:lnTo>
                  <a:pt x="345306" y="0"/>
                </a:lnTo>
                <a:lnTo>
                  <a:pt x="345306" y="158846"/>
                </a:lnTo>
                <a:lnTo>
                  <a:pt x="0" y="158846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52" name="任意多边形 151"/>
          <p:cNvSpPr/>
          <p:nvPr/>
        </p:nvSpPr>
        <p:spPr>
          <a:xfrm>
            <a:off x="7290435" y="3246755"/>
            <a:ext cx="345440" cy="158750"/>
          </a:xfrm>
          <a:custGeom>
            <a:avLst/>
            <a:gdLst>
              <a:gd name="connisteX0" fmla="*/ 0 w 345306"/>
              <a:gd name="connsiteY0" fmla="*/ 0 h 158845"/>
              <a:gd name="connisteX1" fmla="*/ 345306 w 345306"/>
              <a:gd name="connsiteY1" fmla="*/ 0 h 158845"/>
              <a:gd name="connisteX2" fmla="*/ 345306 w 345306"/>
              <a:gd name="connsiteY2" fmla="*/ 158845 h 158845"/>
              <a:gd name="connisteX3" fmla="*/ 0 w 345306"/>
              <a:gd name="connsiteY3" fmla="*/ 158845 h 158845"/>
              <a:gd name="connisteX4" fmla="*/ 0 w 345306"/>
              <a:gd name="connsiteY4" fmla="*/ 0 h 1588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45306" h="158846">
                <a:moveTo>
                  <a:pt x="0" y="0"/>
                </a:moveTo>
                <a:lnTo>
                  <a:pt x="345306" y="0"/>
                </a:lnTo>
                <a:lnTo>
                  <a:pt x="345306" y="158846"/>
                </a:lnTo>
                <a:lnTo>
                  <a:pt x="0" y="158846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55" name="任意多边形 154"/>
          <p:cNvSpPr/>
          <p:nvPr/>
        </p:nvSpPr>
        <p:spPr>
          <a:xfrm>
            <a:off x="7369810" y="2538730"/>
            <a:ext cx="746125" cy="655955"/>
          </a:xfrm>
          <a:custGeom>
            <a:avLst/>
            <a:gdLst>
              <a:gd name="connisteX0" fmla="*/ 0 w 745861"/>
              <a:gd name="connsiteY0" fmla="*/ 0 h 656102"/>
              <a:gd name="connisteX1" fmla="*/ 745861 w 745861"/>
              <a:gd name="connsiteY1" fmla="*/ 186471 h 656102"/>
              <a:gd name="connisteX2" fmla="*/ 745861 w 745861"/>
              <a:gd name="connsiteY2" fmla="*/ 455818 h 656102"/>
              <a:gd name="connisteX3" fmla="*/ 0 w 745861"/>
              <a:gd name="connsiteY3" fmla="*/ 656102 h 656102"/>
              <a:gd name="connisteX4" fmla="*/ 0 w 745861"/>
              <a:gd name="connsiteY4" fmla="*/ 0 h 6561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45862" h="656103">
                <a:moveTo>
                  <a:pt x="0" y="0"/>
                </a:moveTo>
                <a:lnTo>
                  <a:pt x="745862" y="186471"/>
                </a:lnTo>
                <a:lnTo>
                  <a:pt x="745862" y="455819"/>
                </a:lnTo>
                <a:lnTo>
                  <a:pt x="0" y="656103"/>
                </a:lnTo>
                <a:lnTo>
                  <a:pt x="0" y="0"/>
                </a:lnTo>
                <a:close/>
              </a:path>
            </a:pathLst>
          </a:custGeom>
          <a:solidFill>
            <a:srgbClr val="8CE5F6"/>
          </a:solidFill>
          <a:ln w="9669" cap="flat">
            <a:solidFill>
              <a:srgbClr val="009DD6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56" name="任意多边形 155"/>
          <p:cNvSpPr/>
          <p:nvPr/>
        </p:nvSpPr>
        <p:spPr>
          <a:xfrm>
            <a:off x="7400925" y="2687320"/>
            <a:ext cx="662940" cy="358775"/>
          </a:xfrm>
          <a:custGeom>
            <a:avLst/>
            <a:gdLst>
              <a:gd name="connisteX0" fmla="*/ 0 w 662988"/>
              <a:gd name="connsiteY0" fmla="*/ 0 h 359129"/>
              <a:gd name="connisteX1" fmla="*/ 662988 w 662988"/>
              <a:gd name="connsiteY1" fmla="*/ 0 h 359129"/>
              <a:gd name="connisteX2" fmla="*/ 662988 w 662988"/>
              <a:gd name="connsiteY2" fmla="*/ 359129 h 359129"/>
              <a:gd name="connisteX3" fmla="*/ 0 w 662988"/>
              <a:gd name="connsiteY3" fmla="*/ 359129 h 359129"/>
              <a:gd name="connisteX4" fmla="*/ 0 w 662988"/>
              <a:gd name="connsiteY4" fmla="*/ 0 h 35912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662988" h="359130">
                <a:moveTo>
                  <a:pt x="0" y="0"/>
                </a:moveTo>
                <a:lnTo>
                  <a:pt x="662988" y="0"/>
                </a:lnTo>
                <a:lnTo>
                  <a:pt x="662988" y="359130"/>
                </a:lnTo>
                <a:lnTo>
                  <a:pt x="0" y="35913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93940" y="2697480"/>
            <a:ext cx="676910" cy="38163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159" name="任意多边形 158"/>
          <p:cNvSpPr/>
          <p:nvPr/>
        </p:nvSpPr>
        <p:spPr>
          <a:xfrm>
            <a:off x="8112125" y="1492250"/>
            <a:ext cx="81280" cy="259080"/>
          </a:xfrm>
          <a:custGeom>
            <a:avLst/>
            <a:gdLst>
              <a:gd name="connisteX0" fmla="*/ 0 w 82873"/>
              <a:gd name="connsiteY0" fmla="*/ 0 h 212439"/>
              <a:gd name="connisteX1" fmla="*/ 82873 w 82873"/>
              <a:gd name="connsiteY1" fmla="*/ 0 h 212439"/>
              <a:gd name="connisteX2" fmla="*/ 82873 w 82873"/>
              <a:gd name="connsiteY2" fmla="*/ 212439 h 21243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82874" h="212439">
                <a:moveTo>
                  <a:pt x="0" y="0"/>
                </a:moveTo>
                <a:lnTo>
                  <a:pt x="82874" y="0"/>
                </a:lnTo>
                <a:lnTo>
                  <a:pt x="82874" y="212439"/>
                </a:lnTo>
              </a:path>
            </a:pathLst>
          </a:custGeom>
          <a:noFill/>
          <a:ln w="25400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0" name="任意多边形 159"/>
          <p:cNvSpPr/>
          <p:nvPr/>
        </p:nvSpPr>
        <p:spPr>
          <a:xfrm>
            <a:off x="8167370" y="1739265"/>
            <a:ext cx="55245" cy="55245"/>
          </a:xfrm>
          <a:custGeom>
            <a:avLst/>
            <a:gdLst>
              <a:gd name="connisteX0" fmla="*/ 27624 w 55249"/>
              <a:gd name="connsiteY0" fmla="*/ 55250 h 55250"/>
              <a:gd name="connisteX1" fmla="*/ 0 w 55249"/>
              <a:gd name="connsiteY1" fmla="*/ 0 h 55250"/>
              <a:gd name="connisteX2" fmla="*/ 55249 w 55249"/>
              <a:gd name="connsiteY2" fmla="*/ 0 h 55250"/>
              <a:gd name="connisteX3" fmla="*/ 27624 w 55249"/>
              <a:gd name="connsiteY3" fmla="*/ 55250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27625" y="55251"/>
                </a:moveTo>
                <a:lnTo>
                  <a:pt x="0" y="0"/>
                </a:lnTo>
                <a:lnTo>
                  <a:pt x="55249" y="0"/>
                </a:lnTo>
                <a:lnTo>
                  <a:pt x="27625" y="55251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2" name="任意多边形 161"/>
          <p:cNvSpPr/>
          <p:nvPr/>
        </p:nvSpPr>
        <p:spPr>
          <a:xfrm>
            <a:off x="8112125" y="2608580"/>
            <a:ext cx="81280" cy="264795"/>
          </a:xfrm>
          <a:custGeom>
            <a:avLst/>
            <a:gdLst>
              <a:gd name="connisteX0" fmla="*/ 0 w 82873"/>
              <a:gd name="connsiteY0" fmla="*/ 212439 h 212439"/>
              <a:gd name="connisteX1" fmla="*/ 82873 w 82873"/>
              <a:gd name="connsiteY1" fmla="*/ 212439 h 212439"/>
              <a:gd name="connisteX2" fmla="*/ 82873 w 82873"/>
              <a:gd name="connsiteY2" fmla="*/ 0 h 21243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82874" h="212439">
                <a:moveTo>
                  <a:pt x="0" y="212439"/>
                </a:moveTo>
                <a:lnTo>
                  <a:pt x="82874" y="212439"/>
                </a:lnTo>
                <a:lnTo>
                  <a:pt x="82874" y="0"/>
                </a:lnTo>
              </a:path>
            </a:pathLst>
          </a:custGeom>
          <a:noFill/>
          <a:ln w="25400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3" name="任意多边形 162"/>
          <p:cNvSpPr/>
          <p:nvPr/>
        </p:nvSpPr>
        <p:spPr>
          <a:xfrm>
            <a:off x="8167370" y="2575560"/>
            <a:ext cx="55245" cy="55245"/>
          </a:xfrm>
          <a:custGeom>
            <a:avLst/>
            <a:gdLst>
              <a:gd name="connisteX0" fmla="*/ 27624 w 55249"/>
              <a:gd name="connsiteY0" fmla="*/ 0 h 55250"/>
              <a:gd name="connisteX1" fmla="*/ 55249 w 55249"/>
              <a:gd name="connsiteY1" fmla="*/ 55250 h 55250"/>
              <a:gd name="connisteX2" fmla="*/ 0 w 55249"/>
              <a:gd name="connsiteY2" fmla="*/ 55250 h 55250"/>
              <a:gd name="connisteX3" fmla="*/ 27624 w 55249"/>
              <a:gd name="connsiteY3" fmla="*/ 0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27625" y="0"/>
                </a:moveTo>
                <a:lnTo>
                  <a:pt x="55249" y="55251"/>
                </a:lnTo>
                <a:lnTo>
                  <a:pt x="0" y="55251"/>
                </a:lnTo>
                <a:lnTo>
                  <a:pt x="27625" y="0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5" name="任意多边形 164"/>
          <p:cNvSpPr/>
          <p:nvPr/>
        </p:nvSpPr>
        <p:spPr>
          <a:xfrm>
            <a:off x="8108950" y="1806575"/>
            <a:ext cx="197485" cy="759460"/>
          </a:xfrm>
          <a:custGeom>
            <a:avLst/>
            <a:gdLst>
              <a:gd name="connisteX0" fmla="*/ 0 w 138122"/>
              <a:gd name="connsiteY0" fmla="*/ 60775 h 759697"/>
              <a:gd name="connisteX1" fmla="*/ 62155 w 138122"/>
              <a:gd name="connsiteY1" fmla="*/ 0 h 759697"/>
              <a:gd name="connisteX2" fmla="*/ 75967 w 138122"/>
              <a:gd name="connsiteY2" fmla="*/ 0 h 759697"/>
              <a:gd name="connisteX3" fmla="*/ 138122 w 138122"/>
              <a:gd name="connsiteY3" fmla="*/ 60775 h 759697"/>
              <a:gd name="connisteX4" fmla="*/ 138122 w 138122"/>
              <a:gd name="connsiteY4" fmla="*/ 698922 h 759697"/>
              <a:gd name="connisteX5" fmla="*/ 75967 w 138122"/>
              <a:gd name="connsiteY5" fmla="*/ 759697 h 759697"/>
              <a:gd name="connisteX6" fmla="*/ 62155 w 138122"/>
              <a:gd name="connsiteY6" fmla="*/ 759697 h 759697"/>
              <a:gd name="connisteX7" fmla="*/ 0 w 138122"/>
              <a:gd name="connsiteY7" fmla="*/ 698922 h 759697"/>
              <a:gd name="connisteX8" fmla="*/ 0 w 138122"/>
              <a:gd name="connsiteY8" fmla="*/ 60775 h 7596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38123" h="759698">
                <a:moveTo>
                  <a:pt x="0" y="60776"/>
                </a:moveTo>
                <a:cubicBezTo>
                  <a:pt x="0" y="27210"/>
                  <a:pt x="27828" y="0"/>
                  <a:pt x="62155" y="0"/>
                </a:cubicBezTo>
                <a:lnTo>
                  <a:pt x="75967" y="0"/>
                </a:lnTo>
                <a:cubicBezTo>
                  <a:pt x="110295" y="0"/>
                  <a:pt x="138123" y="27210"/>
                  <a:pt x="138123" y="60776"/>
                </a:cubicBezTo>
                <a:lnTo>
                  <a:pt x="138123" y="698922"/>
                </a:lnTo>
                <a:cubicBezTo>
                  <a:pt x="138123" y="732488"/>
                  <a:pt x="110295" y="759698"/>
                  <a:pt x="75967" y="759698"/>
                </a:cubicBezTo>
                <a:lnTo>
                  <a:pt x="62155" y="759698"/>
                </a:lnTo>
                <a:cubicBezTo>
                  <a:pt x="27828" y="759698"/>
                  <a:pt x="0" y="732488"/>
                  <a:pt x="0" y="698922"/>
                </a:cubicBezTo>
                <a:lnTo>
                  <a:pt x="0" y="60776"/>
                </a:lnTo>
                <a:close/>
              </a:path>
            </a:pathLst>
          </a:custGeom>
          <a:solidFill>
            <a:srgbClr val="DBED9E"/>
          </a:solidFill>
          <a:ln w="6906" cap="flat">
            <a:solidFill>
              <a:srgbClr val="9DAF32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6" name="任意多边形 165"/>
          <p:cNvSpPr/>
          <p:nvPr/>
        </p:nvSpPr>
        <p:spPr>
          <a:xfrm>
            <a:off x="8165465" y="1875790"/>
            <a:ext cx="76200" cy="82550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7" name="任意多边形 166"/>
          <p:cNvSpPr/>
          <p:nvPr/>
        </p:nvSpPr>
        <p:spPr>
          <a:xfrm>
            <a:off x="8165465" y="1965325"/>
            <a:ext cx="76200" cy="83185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8" name="任意多边形 167"/>
          <p:cNvSpPr/>
          <p:nvPr/>
        </p:nvSpPr>
        <p:spPr>
          <a:xfrm>
            <a:off x="8165465" y="2055495"/>
            <a:ext cx="76200" cy="82550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9" name="任意多边形 168"/>
          <p:cNvSpPr/>
          <p:nvPr/>
        </p:nvSpPr>
        <p:spPr>
          <a:xfrm>
            <a:off x="8165465" y="2145030"/>
            <a:ext cx="76200" cy="83185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70" name="任意多边形 169"/>
          <p:cNvSpPr/>
          <p:nvPr/>
        </p:nvSpPr>
        <p:spPr>
          <a:xfrm>
            <a:off x="8165465" y="2234565"/>
            <a:ext cx="76200" cy="83185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71" name="任意多边形 170"/>
          <p:cNvSpPr/>
          <p:nvPr/>
        </p:nvSpPr>
        <p:spPr>
          <a:xfrm>
            <a:off x="8165465" y="2324735"/>
            <a:ext cx="76200" cy="82550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72" name="任意多边形 171"/>
          <p:cNvSpPr/>
          <p:nvPr/>
        </p:nvSpPr>
        <p:spPr>
          <a:xfrm>
            <a:off x="8165465" y="2414270"/>
            <a:ext cx="76200" cy="83185"/>
          </a:xfrm>
          <a:custGeom>
            <a:avLst/>
            <a:gdLst>
              <a:gd name="connisteX0" fmla="*/ 0 w 75967"/>
              <a:gd name="connsiteY0" fmla="*/ 0 h 82876"/>
              <a:gd name="connisteX1" fmla="*/ 75967 w 75967"/>
              <a:gd name="connsiteY1" fmla="*/ 0 h 82876"/>
              <a:gd name="connisteX2" fmla="*/ 75967 w 75967"/>
              <a:gd name="connsiteY2" fmla="*/ 82876 h 82876"/>
              <a:gd name="connisteX3" fmla="*/ 0 w 75967"/>
              <a:gd name="connsiteY3" fmla="*/ 82876 h 82876"/>
              <a:gd name="connisteX4" fmla="*/ 0 w 75967"/>
              <a:gd name="connsiteY4" fmla="*/ 0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5967" h="82876">
                <a:moveTo>
                  <a:pt x="0" y="0"/>
                </a:moveTo>
                <a:lnTo>
                  <a:pt x="75967" y="0"/>
                </a:lnTo>
                <a:lnTo>
                  <a:pt x="75967" y="82876"/>
                </a:lnTo>
                <a:lnTo>
                  <a:pt x="0" y="82876"/>
                </a:lnTo>
                <a:lnTo>
                  <a:pt x="0" y="0"/>
                </a:lnTo>
                <a:close/>
              </a:path>
            </a:pathLst>
          </a:custGeom>
          <a:solidFill>
            <a:srgbClr val="ACDFF6"/>
          </a:solidFill>
          <a:ln w="4144" cap="flat">
            <a:solidFill>
              <a:srgbClr val="3186CB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80" name="任意多边形 179"/>
          <p:cNvSpPr/>
          <p:nvPr/>
        </p:nvSpPr>
        <p:spPr>
          <a:xfrm>
            <a:off x="8740775" y="2148205"/>
            <a:ext cx="19050" cy="0"/>
          </a:xfrm>
          <a:custGeom>
            <a:avLst/>
            <a:gdLst>
              <a:gd name="connisteX0" fmla="*/ 0 w 19060"/>
              <a:gd name="connsiteY0" fmla="*/ 0 h 0"/>
              <a:gd name="connisteX1" fmla="*/ 19060 w 19060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9061">
                <a:moveTo>
                  <a:pt x="0" y="0"/>
                </a:moveTo>
                <a:lnTo>
                  <a:pt x="19061" y="0"/>
                </a:lnTo>
              </a:path>
            </a:pathLst>
          </a:custGeom>
          <a:noFill/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81" name="任意多边形 180"/>
          <p:cNvSpPr/>
          <p:nvPr/>
        </p:nvSpPr>
        <p:spPr>
          <a:xfrm>
            <a:off x="8759825" y="2120900"/>
            <a:ext cx="55245" cy="55245"/>
          </a:xfrm>
          <a:custGeom>
            <a:avLst/>
            <a:gdLst>
              <a:gd name="connisteX0" fmla="*/ 55249 w 55249"/>
              <a:gd name="connsiteY0" fmla="*/ 27625 h 55250"/>
              <a:gd name="connisteX1" fmla="*/ 0 w 55249"/>
              <a:gd name="connsiteY1" fmla="*/ 55250 h 55250"/>
              <a:gd name="connisteX2" fmla="*/ 0 w 55249"/>
              <a:gd name="connsiteY2" fmla="*/ 0 h 55250"/>
              <a:gd name="connisteX3" fmla="*/ 55249 w 55249"/>
              <a:gd name="connsiteY3" fmla="*/ 27625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55249" y="27625"/>
                </a:moveTo>
                <a:lnTo>
                  <a:pt x="0" y="55251"/>
                </a:lnTo>
                <a:lnTo>
                  <a:pt x="0" y="0"/>
                </a:lnTo>
                <a:lnTo>
                  <a:pt x="55249" y="27625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83" name="任意多边形 182"/>
          <p:cNvSpPr/>
          <p:nvPr/>
        </p:nvSpPr>
        <p:spPr>
          <a:xfrm>
            <a:off x="8764905" y="888365"/>
            <a:ext cx="1236345" cy="497205"/>
          </a:xfrm>
          <a:custGeom>
            <a:avLst/>
            <a:gdLst>
              <a:gd name="connisteX0" fmla="*/ 0 w 1236196"/>
              <a:gd name="connsiteY0" fmla="*/ 67129 h 497256"/>
              <a:gd name="connisteX1" fmla="*/ 67990 w 1236196"/>
              <a:gd name="connsiteY1" fmla="*/ 0 h 497256"/>
              <a:gd name="connisteX2" fmla="*/ 1168205 w 1236196"/>
              <a:gd name="connsiteY2" fmla="*/ 0 h 497256"/>
              <a:gd name="connisteX3" fmla="*/ 1236196 w 1236196"/>
              <a:gd name="connsiteY3" fmla="*/ 67129 h 497256"/>
              <a:gd name="connisteX4" fmla="*/ 1236196 w 1236196"/>
              <a:gd name="connsiteY4" fmla="*/ 430127 h 497256"/>
              <a:gd name="connisteX5" fmla="*/ 1168205 w 1236196"/>
              <a:gd name="connsiteY5" fmla="*/ 497256 h 497256"/>
              <a:gd name="connisteX6" fmla="*/ 67990 w 1236196"/>
              <a:gd name="connsiteY6" fmla="*/ 497256 h 497256"/>
              <a:gd name="connisteX7" fmla="*/ 0 w 1236196"/>
              <a:gd name="connsiteY7" fmla="*/ 430127 h 497256"/>
              <a:gd name="connisteX8" fmla="*/ 0 w 1236196"/>
              <a:gd name="connsiteY8" fmla="*/ 67129 h 49725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236196" h="497257">
                <a:moveTo>
                  <a:pt x="0" y="67130"/>
                </a:moveTo>
                <a:cubicBezTo>
                  <a:pt x="0" y="30055"/>
                  <a:pt x="30441" y="0"/>
                  <a:pt x="67991" y="0"/>
                </a:cubicBezTo>
                <a:lnTo>
                  <a:pt x="1168206" y="0"/>
                </a:lnTo>
                <a:cubicBezTo>
                  <a:pt x="1205756" y="0"/>
                  <a:pt x="1236196" y="30055"/>
                  <a:pt x="1236196" y="67130"/>
                </a:cubicBezTo>
                <a:lnTo>
                  <a:pt x="1236196" y="430127"/>
                </a:lnTo>
                <a:cubicBezTo>
                  <a:pt x="1236196" y="467202"/>
                  <a:pt x="1205756" y="497257"/>
                  <a:pt x="1168206" y="497257"/>
                </a:cubicBezTo>
                <a:lnTo>
                  <a:pt x="67991" y="497257"/>
                </a:lnTo>
                <a:cubicBezTo>
                  <a:pt x="30441" y="497257"/>
                  <a:pt x="0" y="467202"/>
                  <a:pt x="0" y="430127"/>
                </a:cubicBezTo>
                <a:lnTo>
                  <a:pt x="0" y="67130"/>
                </a:lnTo>
                <a:close/>
              </a:path>
            </a:pathLst>
          </a:custGeom>
          <a:solidFill>
            <a:srgbClr val="F6FAFF"/>
          </a:solidFill>
          <a:ln w="8287" cap="flat">
            <a:solidFill>
              <a:srgbClr val="425A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84" name="任意多边形 183"/>
          <p:cNvSpPr/>
          <p:nvPr/>
        </p:nvSpPr>
        <p:spPr>
          <a:xfrm>
            <a:off x="8803005" y="898525"/>
            <a:ext cx="1167130" cy="248285"/>
          </a:xfrm>
          <a:custGeom>
            <a:avLst/>
            <a:gdLst>
              <a:gd name="connisteX0" fmla="*/ 0 w 1167135"/>
              <a:gd name="connsiteY0" fmla="*/ 0 h 248628"/>
              <a:gd name="connisteX1" fmla="*/ 1167135 w 1167135"/>
              <a:gd name="connsiteY1" fmla="*/ 0 h 248628"/>
              <a:gd name="connisteX2" fmla="*/ 1167135 w 1167135"/>
              <a:gd name="connsiteY2" fmla="*/ 248628 h 248628"/>
              <a:gd name="connisteX3" fmla="*/ 0 w 1167135"/>
              <a:gd name="connsiteY3" fmla="*/ 248628 h 248628"/>
              <a:gd name="connisteX4" fmla="*/ 0 w 1167135"/>
              <a:gd name="connsiteY4" fmla="*/ 0 h 24862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167135" h="248628">
                <a:moveTo>
                  <a:pt x="0" y="0"/>
                </a:moveTo>
                <a:lnTo>
                  <a:pt x="1167135" y="0"/>
                </a:lnTo>
                <a:lnTo>
                  <a:pt x="1167135" y="248628"/>
                </a:lnTo>
                <a:lnTo>
                  <a:pt x="0" y="248628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185" name="图片 18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96020" y="894715"/>
            <a:ext cx="1181100" cy="29019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pic>
        <p:nvPicPr>
          <p:cNvPr id="187" name="图片 18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23960" y="1167765"/>
            <a:ext cx="1118235" cy="17970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188" name="任意多边形 187"/>
          <p:cNvSpPr/>
          <p:nvPr/>
        </p:nvSpPr>
        <p:spPr>
          <a:xfrm>
            <a:off x="10077450" y="888365"/>
            <a:ext cx="1180465" cy="497205"/>
          </a:xfrm>
          <a:custGeom>
            <a:avLst/>
            <a:gdLst>
              <a:gd name="connisteX0" fmla="*/ 0 w 1180947"/>
              <a:gd name="connsiteY0" fmla="*/ 67129 h 497256"/>
              <a:gd name="connisteX1" fmla="*/ 64952 w 1180947"/>
              <a:gd name="connsiteY1" fmla="*/ 0 h 497256"/>
              <a:gd name="connisteX2" fmla="*/ 1115995 w 1180947"/>
              <a:gd name="connsiteY2" fmla="*/ 0 h 497256"/>
              <a:gd name="connisteX3" fmla="*/ 1180947 w 1180947"/>
              <a:gd name="connsiteY3" fmla="*/ 67129 h 497256"/>
              <a:gd name="connisteX4" fmla="*/ 1180947 w 1180947"/>
              <a:gd name="connsiteY4" fmla="*/ 430127 h 497256"/>
              <a:gd name="connisteX5" fmla="*/ 1115995 w 1180947"/>
              <a:gd name="connsiteY5" fmla="*/ 497256 h 497256"/>
              <a:gd name="connisteX6" fmla="*/ 64952 w 1180947"/>
              <a:gd name="connsiteY6" fmla="*/ 497256 h 497256"/>
              <a:gd name="connisteX7" fmla="*/ 0 w 1180947"/>
              <a:gd name="connsiteY7" fmla="*/ 430127 h 497256"/>
              <a:gd name="connisteX8" fmla="*/ 0 w 1180947"/>
              <a:gd name="connsiteY8" fmla="*/ 67129 h 49725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80947" h="497257">
                <a:moveTo>
                  <a:pt x="0" y="67130"/>
                </a:moveTo>
                <a:cubicBezTo>
                  <a:pt x="0" y="30055"/>
                  <a:pt x="29080" y="0"/>
                  <a:pt x="64952" y="0"/>
                </a:cubicBezTo>
                <a:lnTo>
                  <a:pt x="1115995" y="0"/>
                </a:lnTo>
                <a:cubicBezTo>
                  <a:pt x="1151867" y="0"/>
                  <a:pt x="1180947" y="30055"/>
                  <a:pt x="1180947" y="67130"/>
                </a:cubicBezTo>
                <a:lnTo>
                  <a:pt x="1180947" y="430127"/>
                </a:lnTo>
                <a:cubicBezTo>
                  <a:pt x="1180947" y="467202"/>
                  <a:pt x="1151867" y="497257"/>
                  <a:pt x="1115995" y="497257"/>
                </a:cubicBezTo>
                <a:lnTo>
                  <a:pt x="64952" y="497257"/>
                </a:lnTo>
                <a:cubicBezTo>
                  <a:pt x="29080" y="497257"/>
                  <a:pt x="0" y="467202"/>
                  <a:pt x="0" y="430127"/>
                </a:cubicBezTo>
                <a:lnTo>
                  <a:pt x="0" y="67130"/>
                </a:lnTo>
                <a:close/>
              </a:path>
            </a:pathLst>
          </a:custGeom>
          <a:solidFill>
            <a:srgbClr val="FFF6E6"/>
          </a:solidFill>
          <a:ln w="6906" cap="flat">
            <a:solidFill>
              <a:srgbClr val="D27C15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89" name="任意多边形 188"/>
          <p:cNvSpPr/>
          <p:nvPr/>
        </p:nvSpPr>
        <p:spPr>
          <a:xfrm>
            <a:off x="10114915" y="946785"/>
            <a:ext cx="1098550" cy="179705"/>
          </a:xfrm>
          <a:custGeom>
            <a:avLst/>
            <a:gdLst>
              <a:gd name="connisteX0" fmla="*/ 0 w 1098073"/>
              <a:gd name="connsiteY0" fmla="*/ 0 h 179564"/>
              <a:gd name="connisteX1" fmla="*/ 1098073 w 1098073"/>
              <a:gd name="connsiteY1" fmla="*/ 0 h 179564"/>
              <a:gd name="connisteX2" fmla="*/ 1098073 w 1098073"/>
              <a:gd name="connsiteY2" fmla="*/ 179564 h 179564"/>
              <a:gd name="connisteX3" fmla="*/ 0 w 1098073"/>
              <a:gd name="connsiteY3" fmla="*/ 179564 h 179564"/>
              <a:gd name="connisteX4" fmla="*/ 0 w 1098073"/>
              <a:gd name="connsiteY4" fmla="*/ 0 h 17956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098074" h="179565">
                <a:moveTo>
                  <a:pt x="0" y="0"/>
                </a:moveTo>
                <a:lnTo>
                  <a:pt x="1098074" y="0"/>
                </a:lnTo>
                <a:lnTo>
                  <a:pt x="1098074" y="179565"/>
                </a:lnTo>
                <a:lnTo>
                  <a:pt x="0" y="179565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190" name="图片 18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107930" y="963930"/>
            <a:ext cx="1111885" cy="182880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192" name="任意多边形 191"/>
          <p:cNvSpPr/>
          <p:nvPr/>
        </p:nvSpPr>
        <p:spPr>
          <a:xfrm>
            <a:off x="10114915" y="1146810"/>
            <a:ext cx="276225" cy="165735"/>
          </a:xfrm>
          <a:custGeom>
            <a:avLst/>
            <a:gdLst>
              <a:gd name="connisteX0" fmla="*/ 0 w 276245"/>
              <a:gd name="connsiteY0" fmla="*/ 0 h 165752"/>
              <a:gd name="connisteX1" fmla="*/ 276245 w 276245"/>
              <a:gd name="connsiteY1" fmla="*/ 0 h 165752"/>
              <a:gd name="connisteX2" fmla="*/ 276245 w 276245"/>
              <a:gd name="connsiteY2" fmla="*/ 165752 h 165752"/>
              <a:gd name="connisteX3" fmla="*/ 0 w 276245"/>
              <a:gd name="connsiteY3" fmla="*/ 165752 h 165752"/>
              <a:gd name="connisteX4" fmla="*/ 0 w 276245"/>
              <a:gd name="connsiteY4" fmla="*/ 0 h 16575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76245" h="165752">
                <a:moveTo>
                  <a:pt x="0" y="0"/>
                </a:moveTo>
                <a:lnTo>
                  <a:pt x="276245" y="0"/>
                </a:lnTo>
                <a:lnTo>
                  <a:pt x="276245" y="165752"/>
                </a:lnTo>
                <a:lnTo>
                  <a:pt x="0" y="165752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sp>
        <p:nvSpPr>
          <p:cNvPr id="195" name="任意多边形 194"/>
          <p:cNvSpPr/>
          <p:nvPr/>
        </p:nvSpPr>
        <p:spPr>
          <a:xfrm>
            <a:off x="10370820" y="1174750"/>
            <a:ext cx="835660" cy="165735"/>
          </a:xfrm>
          <a:custGeom>
            <a:avLst/>
            <a:gdLst>
              <a:gd name="connisteX0" fmla="*/ 0 w 835641"/>
              <a:gd name="connsiteY0" fmla="*/ 0 h 165752"/>
              <a:gd name="connisteX1" fmla="*/ 835641 w 835641"/>
              <a:gd name="connsiteY1" fmla="*/ 0 h 165752"/>
              <a:gd name="connisteX2" fmla="*/ 835641 w 835641"/>
              <a:gd name="connsiteY2" fmla="*/ 165752 h 165752"/>
              <a:gd name="connisteX3" fmla="*/ 0 w 835641"/>
              <a:gd name="connsiteY3" fmla="*/ 165752 h 165752"/>
              <a:gd name="connisteX4" fmla="*/ 0 w 835641"/>
              <a:gd name="connsiteY4" fmla="*/ 0 h 16575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835641" h="165752">
                <a:moveTo>
                  <a:pt x="0" y="0"/>
                </a:moveTo>
                <a:lnTo>
                  <a:pt x="835641" y="0"/>
                </a:lnTo>
                <a:lnTo>
                  <a:pt x="835641" y="165752"/>
                </a:lnTo>
                <a:lnTo>
                  <a:pt x="0" y="165752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196" name="图片 19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63835" y="1202055"/>
            <a:ext cx="849630" cy="14160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198" name="任意多边形 197"/>
          <p:cNvSpPr/>
          <p:nvPr/>
        </p:nvSpPr>
        <p:spPr>
          <a:xfrm>
            <a:off x="9535160" y="1388745"/>
            <a:ext cx="0" cy="46990"/>
          </a:xfrm>
          <a:custGeom>
            <a:avLst/>
            <a:gdLst>
              <a:gd name="connisteX0" fmla="*/ 0 w 0"/>
              <a:gd name="connsiteY0" fmla="*/ 0 h 46686"/>
              <a:gd name="connisteX1" fmla="*/ 0 w 0"/>
              <a:gd name="connsiteY1" fmla="*/ 46686 h 4668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46687">
                <a:moveTo>
                  <a:pt x="0" y="0"/>
                </a:moveTo>
                <a:lnTo>
                  <a:pt x="0" y="46687"/>
                </a:lnTo>
              </a:path>
            </a:pathLst>
          </a:custGeom>
          <a:noFill/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99" name="任意多边形 198"/>
          <p:cNvSpPr/>
          <p:nvPr/>
        </p:nvSpPr>
        <p:spPr>
          <a:xfrm>
            <a:off x="9507220" y="1435735"/>
            <a:ext cx="55245" cy="55245"/>
          </a:xfrm>
          <a:custGeom>
            <a:avLst/>
            <a:gdLst>
              <a:gd name="connisteX0" fmla="*/ 27624 w 55249"/>
              <a:gd name="connsiteY0" fmla="*/ 55250 h 55250"/>
              <a:gd name="connisteX1" fmla="*/ 0 w 55249"/>
              <a:gd name="connsiteY1" fmla="*/ 0 h 55250"/>
              <a:gd name="connisteX2" fmla="*/ 55249 w 55249"/>
              <a:gd name="connsiteY2" fmla="*/ 0 h 55250"/>
              <a:gd name="connisteX3" fmla="*/ 27624 w 55249"/>
              <a:gd name="connsiteY3" fmla="*/ 55250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27625" y="55251"/>
                </a:moveTo>
                <a:lnTo>
                  <a:pt x="0" y="0"/>
                </a:lnTo>
                <a:lnTo>
                  <a:pt x="55249" y="0"/>
                </a:lnTo>
                <a:lnTo>
                  <a:pt x="27625" y="55251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1" name="任意多边形 200"/>
          <p:cNvSpPr/>
          <p:nvPr/>
        </p:nvSpPr>
        <p:spPr>
          <a:xfrm>
            <a:off x="10605770" y="1395730"/>
            <a:ext cx="0" cy="40005"/>
          </a:xfrm>
          <a:custGeom>
            <a:avLst/>
            <a:gdLst>
              <a:gd name="connisteX0" fmla="*/ 0 w 0"/>
              <a:gd name="connsiteY0" fmla="*/ 0 h 39780"/>
              <a:gd name="connisteX1" fmla="*/ 0 w 0"/>
              <a:gd name="connsiteY1" fmla="*/ 39780 h 397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39781">
                <a:moveTo>
                  <a:pt x="0" y="0"/>
                </a:moveTo>
                <a:lnTo>
                  <a:pt x="0" y="39781"/>
                </a:lnTo>
              </a:path>
            </a:pathLst>
          </a:custGeom>
          <a:noFill/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2" name="任意多边形 201"/>
          <p:cNvSpPr/>
          <p:nvPr/>
        </p:nvSpPr>
        <p:spPr>
          <a:xfrm>
            <a:off x="10577830" y="1435735"/>
            <a:ext cx="55245" cy="55245"/>
          </a:xfrm>
          <a:custGeom>
            <a:avLst/>
            <a:gdLst>
              <a:gd name="connisteX0" fmla="*/ 27624 w 55249"/>
              <a:gd name="connsiteY0" fmla="*/ 55250 h 55250"/>
              <a:gd name="connisteX1" fmla="*/ 0 w 55249"/>
              <a:gd name="connsiteY1" fmla="*/ 0 h 55250"/>
              <a:gd name="connisteX2" fmla="*/ 55249 w 55249"/>
              <a:gd name="connsiteY2" fmla="*/ 0 h 55250"/>
              <a:gd name="connisteX3" fmla="*/ 27624 w 55249"/>
              <a:gd name="connsiteY3" fmla="*/ 55250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27625" y="55251"/>
                </a:moveTo>
                <a:lnTo>
                  <a:pt x="0" y="0"/>
                </a:lnTo>
                <a:lnTo>
                  <a:pt x="55249" y="0"/>
                </a:lnTo>
                <a:lnTo>
                  <a:pt x="27625" y="55251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4" name="任意多边形 203"/>
          <p:cNvSpPr/>
          <p:nvPr/>
        </p:nvSpPr>
        <p:spPr>
          <a:xfrm>
            <a:off x="8816975" y="1527175"/>
            <a:ext cx="2437765" cy="1664335"/>
          </a:xfrm>
          <a:custGeom>
            <a:avLst/>
            <a:gdLst>
              <a:gd name="connisteX0" fmla="*/ 0 w 2437862"/>
              <a:gd name="connsiteY0" fmla="*/ 83221 h 1664429"/>
              <a:gd name="connisteX1" fmla="*/ 85325 w 2437862"/>
              <a:gd name="connsiteY1" fmla="*/ 0 h 1664429"/>
              <a:gd name="connisteX2" fmla="*/ 2352537 w 2437862"/>
              <a:gd name="connsiteY2" fmla="*/ 0 h 1664429"/>
              <a:gd name="connisteX3" fmla="*/ 2437862 w 2437862"/>
              <a:gd name="connsiteY3" fmla="*/ 83221 h 1664429"/>
              <a:gd name="connisteX4" fmla="*/ 2437862 w 2437862"/>
              <a:gd name="connsiteY4" fmla="*/ 1581207 h 1664429"/>
              <a:gd name="connisteX5" fmla="*/ 2352537 w 2437862"/>
              <a:gd name="connsiteY5" fmla="*/ 1664429 h 1664429"/>
              <a:gd name="connisteX6" fmla="*/ 85325 w 2437862"/>
              <a:gd name="connsiteY6" fmla="*/ 1664429 h 1664429"/>
              <a:gd name="connisteX7" fmla="*/ 0 w 2437862"/>
              <a:gd name="connsiteY7" fmla="*/ 1581207 h 1664429"/>
              <a:gd name="connisteX8" fmla="*/ 0 w 2437862"/>
              <a:gd name="connsiteY8" fmla="*/ 83221 h 166442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437862" h="1664429">
                <a:moveTo>
                  <a:pt x="0" y="83221"/>
                </a:moveTo>
                <a:cubicBezTo>
                  <a:pt x="0" y="37260"/>
                  <a:pt x="38201" y="0"/>
                  <a:pt x="85325" y="0"/>
                </a:cubicBezTo>
                <a:lnTo>
                  <a:pt x="2352537" y="0"/>
                </a:lnTo>
                <a:cubicBezTo>
                  <a:pt x="2399661" y="0"/>
                  <a:pt x="2437862" y="37260"/>
                  <a:pt x="2437862" y="83221"/>
                </a:cubicBezTo>
                <a:lnTo>
                  <a:pt x="2437862" y="1581208"/>
                </a:lnTo>
                <a:cubicBezTo>
                  <a:pt x="2437862" y="1627169"/>
                  <a:pt x="2399661" y="1664429"/>
                  <a:pt x="2352537" y="1664429"/>
                </a:cubicBezTo>
                <a:lnTo>
                  <a:pt x="85325" y="1664429"/>
                </a:lnTo>
                <a:cubicBezTo>
                  <a:pt x="38201" y="1664429"/>
                  <a:pt x="0" y="1627169"/>
                  <a:pt x="0" y="1581208"/>
                </a:cubicBezTo>
                <a:lnTo>
                  <a:pt x="0" y="83221"/>
                </a:lnTo>
                <a:close/>
              </a:path>
            </a:pathLst>
          </a:custGeom>
          <a:solidFill>
            <a:srgbClr val="FFFFFF"/>
          </a:solidFill>
          <a:ln w="10359" cap="flat">
            <a:solidFill>
              <a:srgbClr val="72768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5" name="任意多边形 204"/>
          <p:cNvSpPr/>
          <p:nvPr/>
        </p:nvSpPr>
        <p:spPr>
          <a:xfrm>
            <a:off x="8865235" y="1568450"/>
            <a:ext cx="2334260" cy="200025"/>
          </a:xfrm>
          <a:custGeom>
            <a:avLst/>
            <a:gdLst>
              <a:gd name="connisteX0" fmla="*/ 0 w 2334270"/>
              <a:gd name="connsiteY0" fmla="*/ 0 h 200283"/>
              <a:gd name="connisteX1" fmla="*/ 2334270 w 2334270"/>
              <a:gd name="connsiteY1" fmla="*/ 0 h 200283"/>
              <a:gd name="connisteX2" fmla="*/ 2334270 w 2334270"/>
              <a:gd name="connsiteY2" fmla="*/ 200283 h 200283"/>
              <a:gd name="connisteX3" fmla="*/ 0 w 2334270"/>
              <a:gd name="connsiteY3" fmla="*/ 200283 h 200283"/>
              <a:gd name="connisteX4" fmla="*/ 0 w 2334270"/>
              <a:gd name="connsiteY4" fmla="*/ 0 h 20028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334270" h="200284">
                <a:moveTo>
                  <a:pt x="0" y="0"/>
                </a:moveTo>
                <a:lnTo>
                  <a:pt x="2334270" y="0"/>
                </a:lnTo>
                <a:lnTo>
                  <a:pt x="2334270" y="200284"/>
                </a:lnTo>
                <a:lnTo>
                  <a:pt x="0" y="200284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06" name="图片 20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58250" y="1578610"/>
            <a:ext cx="2348230" cy="23304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17" name="任意多边形 216"/>
          <p:cNvSpPr/>
          <p:nvPr/>
        </p:nvSpPr>
        <p:spPr>
          <a:xfrm>
            <a:off x="9493885" y="1823720"/>
            <a:ext cx="1104900" cy="145415"/>
          </a:xfrm>
          <a:custGeom>
            <a:avLst/>
            <a:gdLst>
              <a:gd name="connisteX0" fmla="*/ 0 w 1104980"/>
              <a:gd name="connsiteY0" fmla="*/ 0 h 145033"/>
              <a:gd name="connisteX1" fmla="*/ 1104980 w 1104980"/>
              <a:gd name="connsiteY1" fmla="*/ 0 h 145033"/>
              <a:gd name="connisteX2" fmla="*/ 1104980 w 1104980"/>
              <a:gd name="connsiteY2" fmla="*/ 145033 h 145033"/>
              <a:gd name="connisteX3" fmla="*/ 0 w 1104980"/>
              <a:gd name="connsiteY3" fmla="*/ 145033 h 145033"/>
              <a:gd name="connisteX4" fmla="*/ 0 w 1104980"/>
              <a:gd name="connsiteY4" fmla="*/ 0 h 14503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104980" h="145033">
                <a:moveTo>
                  <a:pt x="0" y="0"/>
                </a:moveTo>
                <a:lnTo>
                  <a:pt x="1104980" y="0"/>
                </a:lnTo>
                <a:lnTo>
                  <a:pt x="1104980" y="145033"/>
                </a:lnTo>
                <a:lnTo>
                  <a:pt x="0" y="14503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18" name="图片 21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86900" y="1844675"/>
            <a:ext cx="1118870" cy="14160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58" name="任意多边形 257"/>
          <p:cNvSpPr/>
          <p:nvPr/>
        </p:nvSpPr>
        <p:spPr>
          <a:xfrm>
            <a:off x="8920480" y="2493645"/>
            <a:ext cx="427990" cy="186690"/>
          </a:xfrm>
          <a:custGeom>
            <a:avLst/>
            <a:gdLst>
              <a:gd name="connisteX0" fmla="*/ 0 w 428179"/>
              <a:gd name="connsiteY0" fmla="*/ 0 h 186471"/>
              <a:gd name="connisteX1" fmla="*/ 428179 w 428179"/>
              <a:gd name="connsiteY1" fmla="*/ 0 h 186471"/>
              <a:gd name="connisteX2" fmla="*/ 428179 w 428179"/>
              <a:gd name="connsiteY2" fmla="*/ 186471 h 186471"/>
              <a:gd name="connisteX3" fmla="*/ 0 w 428179"/>
              <a:gd name="connsiteY3" fmla="*/ 186471 h 186471"/>
              <a:gd name="connisteX4" fmla="*/ 0 w 428179"/>
              <a:gd name="connsiteY4" fmla="*/ 0 h 18647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28180" h="186471">
                <a:moveTo>
                  <a:pt x="0" y="0"/>
                </a:moveTo>
                <a:lnTo>
                  <a:pt x="428180" y="0"/>
                </a:lnTo>
                <a:lnTo>
                  <a:pt x="428180" y="186471"/>
                </a:lnTo>
                <a:lnTo>
                  <a:pt x="0" y="1864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59" name="图片 25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13495" y="2535555"/>
            <a:ext cx="441960" cy="140970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61" name="任意多边形 260"/>
          <p:cNvSpPr/>
          <p:nvPr/>
        </p:nvSpPr>
        <p:spPr>
          <a:xfrm>
            <a:off x="9838690" y="2493645"/>
            <a:ext cx="476885" cy="186690"/>
          </a:xfrm>
          <a:custGeom>
            <a:avLst/>
            <a:gdLst>
              <a:gd name="connisteX0" fmla="*/ 0 w 476522"/>
              <a:gd name="connsiteY0" fmla="*/ 0 h 186471"/>
              <a:gd name="connisteX1" fmla="*/ 476522 w 476522"/>
              <a:gd name="connsiteY1" fmla="*/ 0 h 186471"/>
              <a:gd name="connisteX2" fmla="*/ 476522 w 476522"/>
              <a:gd name="connsiteY2" fmla="*/ 186471 h 186471"/>
              <a:gd name="connisteX3" fmla="*/ 0 w 476522"/>
              <a:gd name="connsiteY3" fmla="*/ 186471 h 186471"/>
              <a:gd name="connisteX4" fmla="*/ 0 w 476522"/>
              <a:gd name="connsiteY4" fmla="*/ 0 h 18647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76523" h="186471">
                <a:moveTo>
                  <a:pt x="0" y="0"/>
                </a:moveTo>
                <a:lnTo>
                  <a:pt x="476523" y="0"/>
                </a:lnTo>
                <a:lnTo>
                  <a:pt x="476523" y="186471"/>
                </a:lnTo>
                <a:lnTo>
                  <a:pt x="0" y="1864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62" name="图片 26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31705" y="2535555"/>
            <a:ext cx="490855" cy="140970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64" name="任意多边形 263"/>
          <p:cNvSpPr/>
          <p:nvPr/>
        </p:nvSpPr>
        <p:spPr>
          <a:xfrm>
            <a:off x="10791825" y="2493645"/>
            <a:ext cx="448945" cy="186690"/>
          </a:xfrm>
          <a:custGeom>
            <a:avLst/>
            <a:gdLst>
              <a:gd name="connisteX0" fmla="*/ 0 w 448898"/>
              <a:gd name="connsiteY0" fmla="*/ 0 h 186471"/>
              <a:gd name="connisteX1" fmla="*/ 448898 w 448898"/>
              <a:gd name="connsiteY1" fmla="*/ 0 h 186471"/>
              <a:gd name="connisteX2" fmla="*/ 448898 w 448898"/>
              <a:gd name="connsiteY2" fmla="*/ 186471 h 186471"/>
              <a:gd name="connisteX3" fmla="*/ 0 w 448898"/>
              <a:gd name="connsiteY3" fmla="*/ 186471 h 186471"/>
              <a:gd name="connisteX4" fmla="*/ 0 w 448898"/>
              <a:gd name="connsiteY4" fmla="*/ 0 h 18647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48898" h="186471">
                <a:moveTo>
                  <a:pt x="0" y="0"/>
                </a:moveTo>
                <a:lnTo>
                  <a:pt x="448898" y="0"/>
                </a:lnTo>
                <a:lnTo>
                  <a:pt x="448898" y="186471"/>
                </a:lnTo>
                <a:lnTo>
                  <a:pt x="0" y="1864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65" name="图片 26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784840" y="2535555"/>
            <a:ext cx="462915" cy="140970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67" name="任意多边形 266"/>
          <p:cNvSpPr/>
          <p:nvPr/>
        </p:nvSpPr>
        <p:spPr>
          <a:xfrm>
            <a:off x="9358630" y="2718435"/>
            <a:ext cx="1388110" cy="179705"/>
          </a:xfrm>
          <a:custGeom>
            <a:avLst/>
            <a:gdLst>
              <a:gd name="connisteX0" fmla="*/ 0 w 1388131"/>
              <a:gd name="connsiteY0" fmla="*/ 47584 h 179564"/>
              <a:gd name="connisteX1" fmla="*/ 41643 w 1388131"/>
              <a:gd name="connsiteY1" fmla="*/ 0 h 179564"/>
              <a:gd name="connisteX2" fmla="*/ 1346487 w 1388131"/>
              <a:gd name="connsiteY2" fmla="*/ 0 h 179564"/>
              <a:gd name="connisteX3" fmla="*/ 1388131 w 1388131"/>
              <a:gd name="connsiteY3" fmla="*/ 47584 h 179564"/>
              <a:gd name="connisteX4" fmla="*/ 1388131 w 1388131"/>
              <a:gd name="connsiteY4" fmla="*/ 131980 h 179564"/>
              <a:gd name="connisteX5" fmla="*/ 1346487 w 1388131"/>
              <a:gd name="connsiteY5" fmla="*/ 179564 h 179564"/>
              <a:gd name="connisteX6" fmla="*/ 41643 w 1388131"/>
              <a:gd name="connsiteY6" fmla="*/ 179564 h 179564"/>
              <a:gd name="connisteX7" fmla="*/ 0 w 1388131"/>
              <a:gd name="connsiteY7" fmla="*/ 131980 h 179564"/>
              <a:gd name="connisteX8" fmla="*/ 0 w 1388131"/>
              <a:gd name="connsiteY8" fmla="*/ 47584 h 17956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388131" h="179565">
                <a:moveTo>
                  <a:pt x="0" y="47585"/>
                </a:moveTo>
                <a:cubicBezTo>
                  <a:pt x="0" y="21304"/>
                  <a:pt x="18645" y="0"/>
                  <a:pt x="41644" y="0"/>
                </a:cubicBezTo>
                <a:lnTo>
                  <a:pt x="1346487" y="0"/>
                </a:lnTo>
                <a:cubicBezTo>
                  <a:pt x="1369487" y="0"/>
                  <a:pt x="1388131" y="21304"/>
                  <a:pt x="1388131" y="47585"/>
                </a:cubicBezTo>
                <a:lnTo>
                  <a:pt x="1388131" y="131980"/>
                </a:lnTo>
                <a:cubicBezTo>
                  <a:pt x="1388131" y="158261"/>
                  <a:pt x="1369487" y="179565"/>
                  <a:pt x="1346487" y="179565"/>
                </a:cubicBezTo>
                <a:lnTo>
                  <a:pt x="41644" y="179565"/>
                </a:lnTo>
                <a:cubicBezTo>
                  <a:pt x="18645" y="179565"/>
                  <a:pt x="0" y="158261"/>
                  <a:pt x="0" y="131980"/>
                </a:cubicBezTo>
                <a:lnTo>
                  <a:pt x="0" y="47585"/>
                </a:lnTo>
                <a:close/>
              </a:path>
            </a:pathLst>
          </a:custGeom>
          <a:solidFill>
            <a:srgbClr val="FFF0D7"/>
          </a:solidFill>
          <a:ln w="6906" cap="flat">
            <a:solidFill>
              <a:srgbClr val="F08A20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68" name="任意多边形 267"/>
          <p:cNvSpPr/>
          <p:nvPr/>
        </p:nvSpPr>
        <p:spPr>
          <a:xfrm>
            <a:off x="9376410" y="2728595"/>
            <a:ext cx="1346200" cy="151765"/>
          </a:xfrm>
          <a:custGeom>
            <a:avLst/>
            <a:gdLst>
              <a:gd name="connisteX0" fmla="*/ 0 w 1346694"/>
              <a:gd name="connsiteY0" fmla="*/ 0 h 151939"/>
              <a:gd name="connisteX1" fmla="*/ 1346694 w 1346694"/>
              <a:gd name="connsiteY1" fmla="*/ 0 h 151939"/>
              <a:gd name="connisteX2" fmla="*/ 1346694 w 1346694"/>
              <a:gd name="connsiteY2" fmla="*/ 151939 h 151939"/>
              <a:gd name="connisteX3" fmla="*/ 0 w 1346694"/>
              <a:gd name="connsiteY3" fmla="*/ 151939 h 151939"/>
              <a:gd name="connisteX4" fmla="*/ 0 w 1346694"/>
              <a:gd name="connsiteY4" fmla="*/ 0 h 15193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346694" h="151940">
                <a:moveTo>
                  <a:pt x="0" y="0"/>
                </a:moveTo>
                <a:lnTo>
                  <a:pt x="1346694" y="0"/>
                </a:lnTo>
                <a:lnTo>
                  <a:pt x="1346694" y="151940"/>
                </a:lnTo>
                <a:lnTo>
                  <a:pt x="0" y="15194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69" name="图片 26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369425" y="2742565"/>
            <a:ext cx="1360170" cy="158750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71" name="任意多边形 270"/>
          <p:cNvSpPr/>
          <p:nvPr/>
        </p:nvSpPr>
        <p:spPr>
          <a:xfrm>
            <a:off x="9410700" y="2608580"/>
            <a:ext cx="0" cy="106045"/>
          </a:xfrm>
          <a:custGeom>
            <a:avLst/>
            <a:gdLst>
              <a:gd name="connisteX0" fmla="*/ 0 w 0"/>
              <a:gd name="connsiteY0" fmla="*/ 106357 h 106357"/>
              <a:gd name="connisteX1" fmla="*/ 0 w 0"/>
              <a:gd name="connsiteY1" fmla="*/ 0 h 1063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06358">
                <a:moveTo>
                  <a:pt x="0" y="106358"/>
                </a:moveTo>
                <a:lnTo>
                  <a:pt x="0" y="0"/>
                </a:lnTo>
              </a:path>
            </a:pathLst>
          </a:custGeom>
          <a:noFill/>
          <a:ln w="11741" cap="flat">
            <a:solidFill>
              <a:srgbClr val="F49A37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72" name="任意多边形 271"/>
          <p:cNvSpPr/>
          <p:nvPr/>
        </p:nvSpPr>
        <p:spPr>
          <a:xfrm>
            <a:off x="9384030" y="2555240"/>
            <a:ext cx="53340" cy="53340"/>
          </a:xfrm>
          <a:custGeom>
            <a:avLst/>
            <a:gdLst>
              <a:gd name="connisteX0" fmla="*/ 26588 w 53177"/>
              <a:gd name="connsiteY0" fmla="*/ 0 h 53178"/>
              <a:gd name="connisteX1" fmla="*/ 53177 w 53177"/>
              <a:gd name="connsiteY1" fmla="*/ 53178 h 53178"/>
              <a:gd name="connisteX2" fmla="*/ 0 w 53177"/>
              <a:gd name="connsiteY2" fmla="*/ 53178 h 53178"/>
              <a:gd name="connisteX3" fmla="*/ 26588 w 53177"/>
              <a:gd name="connsiteY3" fmla="*/ 0 h 531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3177" h="53179">
                <a:moveTo>
                  <a:pt x="26589" y="0"/>
                </a:moveTo>
                <a:lnTo>
                  <a:pt x="53177" y="53179"/>
                </a:lnTo>
                <a:lnTo>
                  <a:pt x="0" y="53179"/>
                </a:lnTo>
                <a:lnTo>
                  <a:pt x="26589" y="0"/>
                </a:lnTo>
                <a:close/>
              </a:path>
            </a:pathLst>
          </a:custGeom>
          <a:solidFill>
            <a:srgbClr val="F49A37"/>
          </a:solidFill>
          <a:ln w="11741" cap="flat">
            <a:solidFill>
              <a:srgbClr val="F49A37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74" name="任意多边形 273"/>
          <p:cNvSpPr/>
          <p:nvPr/>
        </p:nvSpPr>
        <p:spPr>
          <a:xfrm>
            <a:off x="9664065" y="2608580"/>
            <a:ext cx="0" cy="106045"/>
          </a:xfrm>
          <a:custGeom>
            <a:avLst/>
            <a:gdLst>
              <a:gd name="connisteX0" fmla="*/ 0 w 0"/>
              <a:gd name="connsiteY0" fmla="*/ 106357 h 106357"/>
              <a:gd name="connisteX1" fmla="*/ 0 w 0"/>
              <a:gd name="connsiteY1" fmla="*/ 0 h 1063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06358">
                <a:moveTo>
                  <a:pt x="0" y="106358"/>
                </a:moveTo>
                <a:lnTo>
                  <a:pt x="0" y="0"/>
                </a:lnTo>
              </a:path>
            </a:pathLst>
          </a:custGeom>
          <a:noFill/>
          <a:ln w="11741" cap="flat">
            <a:solidFill>
              <a:srgbClr val="F49A37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75" name="任意多边形 274"/>
          <p:cNvSpPr/>
          <p:nvPr/>
        </p:nvSpPr>
        <p:spPr>
          <a:xfrm>
            <a:off x="9637395" y="2555240"/>
            <a:ext cx="53340" cy="53340"/>
          </a:xfrm>
          <a:custGeom>
            <a:avLst/>
            <a:gdLst>
              <a:gd name="connisteX0" fmla="*/ 26588 w 53177"/>
              <a:gd name="connsiteY0" fmla="*/ 0 h 53178"/>
              <a:gd name="connisteX1" fmla="*/ 53177 w 53177"/>
              <a:gd name="connsiteY1" fmla="*/ 53178 h 53178"/>
              <a:gd name="connisteX2" fmla="*/ 0 w 53177"/>
              <a:gd name="connsiteY2" fmla="*/ 53178 h 53178"/>
              <a:gd name="connisteX3" fmla="*/ 26588 w 53177"/>
              <a:gd name="connsiteY3" fmla="*/ 0 h 531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3177" h="53179">
                <a:moveTo>
                  <a:pt x="26589" y="0"/>
                </a:moveTo>
                <a:lnTo>
                  <a:pt x="53177" y="53179"/>
                </a:lnTo>
                <a:lnTo>
                  <a:pt x="0" y="53179"/>
                </a:lnTo>
                <a:lnTo>
                  <a:pt x="26589" y="0"/>
                </a:lnTo>
                <a:close/>
              </a:path>
            </a:pathLst>
          </a:custGeom>
          <a:solidFill>
            <a:srgbClr val="F49A37"/>
          </a:solidFill>
          <a:ln w="11741" cap="flat">
            <a:solidFill>
              <a:srgbClr val="F49A37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77" name="任意多边形 276"/>
          <p:cNvSpPr/>
          <p:nvPr/>
        </p:nvSpPr>
        <p:spPr>
          <a:xfrm>
            <a:off x="10435590" y="2608580"/>
            <a:ext cx="0" cy="106045"/>
          </a:xfrm>
          <a:custGeom>
            <a:avLst/>
            <a:gdLst>
              <a:gd name="connisteX0" fmla="*/ 0 w 0"/>
              <a:gd name="connsiteY0" fmla="*/ 106357 h 106357"/>
              <a:gd name="connisteX1" fmla="*/ 0 w 0"/>
              <a:gd name="connsiteY1" fmla="*/ 0 h 1063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06358">
                <a:moveTo>
                  <a:pt x="0" y="106358"/>
                </a:moveTo>
                <a:lnTo>
                  <a:pt x="0" y="0"/>
                </a:lnTo>
              </a:path>
            </a:pathLst>
          </a:custGeom>
          <a:noFill/>
          <a:ln w="11741" cap="flat">
            <a:solidFill>
              <a:srgbClr val="F49A37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78" name="任意多边形 277"/>
          <p:cNvSpPr/>
          <p:nvPr/>
        </p:nvSpPr>
        <p:spPr>
          <a:xfrm>
            <a:off x="10408920" y="2555240"/>
            <a:ext cx="53340" cy="53340"/>
          </a:xfrm>
          <a:custGeom>
            <a:avLst/>
            <a:gdLst>
              <a:gd name="connisteX0" fmla="*/ 26588 w 53177"/>
              <a:gd name="connsiteY0" fmla="*/ 0 h 53178"/>
              <a:gd name="connisteX1" fmla="*/ 53177 w 53177"/>
              <a:gd name="connsiteY1" fmla="*/ 53178 h 53178"/>
              <a:gd name="connisteX2" fmla="*/ 0 w 53177"/>
              <a:gd name="connsiteY2" fmla="*/ 53178 h 53178"/>
              <a:gd name="connisteX3" fmla="*/ 26588 w 53177"/>
              <a:gd name="connsiteY3" fmla="*/ 0 h 531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3177" h="53179">
                <a:moveTo>
                  <a:pt x="26589" y="0"/>
                </a:moveTo>
                <a:lnTo>
                  <a:pt x="53177" y="53179"/>
                </a:lnTo>
                <a:lnTo>
                  <a:pt x="0" y="53179"/>
                </a:lnTo>
                <a:lnTo>
                  <a:pt x="26589" y="0"/>
                </a:lnTo>
                <a:close/>
              </a:path>
            </a:pathLst>
          </a:custGeom>
          <a:solidFill>
            <a:srgbClr val="F49A37"/>
          </a:solidFill>
          <a:ln w="11741" cap="flat">
            <a:solidFill>
              <a:srgbClr val="F49A37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0" name="任意多边形 279"/>
          <p:cNvSpPr/>
          <p:nvPr/>
        </p:nvSpPr>
        <p:spPr>
          <a:xfrm>
            <a:off x="10668000" y="2608580"/>
            <a:ext cx="0" cy="106045"/>
          </a:xfrm>
          <a:custGeom>
            <a:avLst/>
            <a:gdLst>
              <a:gd name="connisteX0" fmla="*/ 0 w 0"/>
              <a:gd name="connsiteY0" fmla="*/ 106357 h 106357"/>
              <a:gd name="connisteX1" fmla="*/ 0 w 0"/>
              <a:gd name="connsiteY1" fmla="*/ 0 h 1063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06358">
                <a:moveTo>
                  <a:pt x="0" y="106358"/>
                </a:moveTo>
                <a:lnTo>
                  <a:pt x="0" y="0"/>
                </a:lnTo>
              </a:path>
            </a:pathLst>
          </a:custGeom>
          <a:noFill/>
          <a:ln w="11741" cap="flat">
            <a:solidFill>
              <a:srgbClr val="F49A37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1" name="任意多边形 280"/>
          <p:cNvSpPr/>
          <p:nvPr/>
        </p:nvSpPr>
        <p:spPr>
          <a:xfrm>
            <a:off x="10641330" y="2555240"/>
            <a:ext cx="53340" cy="53340"/>
          </a:xfrm>
          <a:custGeom>
            <a:avLst/>
            <a:gdLst>
              <a:gd name="connisteX0" fmla="*/ 26588 w 53177"/>
              <a:gd name="connsiteY0" fmla="*/ 0 h 53178"/>
              <a:gd name="connisteX1" fmla="*/ 53177 w 53177"/>
              <a:gd name="connsiteY1" fmla="*/ 53178 h 53178"/>
              <a:gd name="connisteX2" fmla="*/ 0 w 53177"/>
              <a:gd name="connsiteY2" fmla="*/ 53178 h 53178"/>
              <a:gd name="connisteX3" fmla="*/ 26588 w 53177"/>
              <a:gd name="connsiteY3" fmla="*/ 0 h 531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3177" h="53179">
                <a:moveTo>
                  <a:pt x="26589" y="0"/>
                </a:moveTo>
                <a:lnTo>
                  <a:pt x="53177" y="53179"/>
                </a:lnTo>
                <a:lnTo>
                  <a:pt x="0" y="53179"/>
                </a:lnTo>
                <a:lnTo>
                  <a:pt x="26589" y="0"/>
                </a:lnTo>
                <a:close/>
              </a:path>
            </a:pathLst>
          </a:custGeom>
          <a:solidFill>
            <a:srgbClr val="F49A37"/>
          </a:solidFill>
          <a:ln w="11741" cap="flat">
            <a:solidFill>
              <a:srgbClr val="F49A37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3" name="任意多边形 282"/>
          <p:cNvSpPr/>
          <p:nvPr/>
        </p:nvSpPr>
        <p:spPr>
          <a:xfrm>
            <a:off x="8937625" y="2898140"/>
            <a:ext cx="262255" cy="82550"/>
          </a:xfrm>
          <a:custGeom>
            <a:avLst/>
            <a:gdLst>
              <a:gd name="connisteX0" fmla="*/ 0 w 262432"/>
              <a:gd name="connsiteY0" fmla="*/ 82876 h 82876"/>
              <a:gd name="connisteX1" fmla="*/ 82873 w 262432"/>
              <a:gd name="connsiteY1" fmla="*/ 0 h 82876"/>
              <a:gd name="connisteX2" fmla="*/ 262432 w 262432"/>
              <a:gd name="connsiteY2" fmla="*/ 0 h 82876"/>
              <a:gd name="connisteX3" fmla="*/ 179559 w 262432"/>
              <a:gd name="connsiteY3" fmla="*/ 82876 h 82876"/>
              <a:gd name="connisteX4" fmla="*/ 0 w 262432"/>
              <a:gd name="connsiteY4" fmla="*/ 82876 h 828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62433" h="82876">
                <a:moveTo>
                  <a:pt x="0" y="82876"/>
                </a:moveTo>
                <a:lnTo>
                  <a:pt x="82874" y="0"/>
                </a:lnTo>
                <a:lnTo>
                  <a:pt x="262433" y="0"/>
                </a:lnTo>
                <a:lnTo>
                  <a:pt x="179559" y="82876"/>
                </a:lnTo>
                <a:lnTo>
                  <a:pt x="0" y="82876"/>
                </a:lnTo>
                <a:close/>
              </a:path>
            </a:pathLst>
          </a:custGeom>
          <a:solidFill>
            <a:srgbClr val="C8DEFF"/>
          </a:solidFill>
          <a:ln w="5525" cap="flat">
            <a:solidFill>
              <a:srgbClr val="3871B3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4" name="任意多边形 283"/>
          <p:cNvSpPr/>
          <p:nvPr/>
        </p:nvSpPr>
        <p:spPr>
          <a:xfrm>
            <a:off x="9117330" y="2898140"/>
            <a:ext cx="82550" cy="241300"/>
          </a:xfrm>
          <a:custGeom>
            <a:avLst/>
            <a:gdLst>
              <a:gd name="connisteX0" fmla="*/ 0 w 82873"/>
              <a:gd name="connsiteY0" fmla="*/ 82876 h 241722"/>
              <a:gd name="connisteX1" fmla="*/ 82873 w 82873"/>
              <a:gd name="connsiteY1" fmla="*/ 0 h 241722"/>
              <a:gd name="connisteX2" fmla="*/ 82873 w 82873"/>
              <a:gd name="connsiteY2" fmla="*/ 158845 h 241722"/>
              <a:gd name="connisteX3" fmla="*/ 0 w 82873"/>
              <a:gd name="connsiteY3" fmla="*/ 241722 h 241722"/>
              <a:gd name="connisteX4" fmla="*/ 0 w 82873"/>
              <a:gd name="connsiteY4" fmla="*/ 82876 h 2417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82874" h="241722">
                <a:moveTo>
                  <a:pt x="0" y="82876"/>
                </a:moveTo>
                <a:lnTo>
                  <a:pt x="82874" y="0"/>
                </a:lnTo>
                <a:lnTo>
                  <a:pt x="82874" y="158846"/>
                </a:lnTo>
                <a:lnTo>
                  <a:pt x="0" y="241722"/>
                </a:lnTo>
                <a:lnTo>
                  <a:pt x="0" y="82876"/>
                </a:lnTo>
                <a:close/>
              </a:path>
            </a:pathLst>
          </a:custGeom>
          <a:solidFill>
            <a:srgbClr val="6595D5"/>
          </a:solidFill>
          <a:ln w="5525" cap="flat">
            <a:solidFill>
              <a:srgbClr val="3871B3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5" name="任意多边形 284"/>
          <p:cNvSpPr/>
          <p:nvPr/>
        </p:nvSpPr>
        <p:spPr>
          <a:xfrm>
            <a:off x="8937625" y="2980690"/>
            <a:ext cx="179705" cy="158750"/>
          </a:xfrm>
          <a:custGeom>
            <a:avLst/>
            <a:gdLst>
              <a:gd name="connisteX0" fmla="*/ 0 w 179559"/>
              <a:gd name="connsiteY0" fmla="*/ 0 h 158845"/>
              <a:gd name="connisteX1" fmla="*/ 179559 w 179559"/>
              <a:gd name="connsiteY1" fmla="*/ 0 h 158845"/>
              <a:gd name="connisteX2" fmla="*/ 179559 w 179559"/>
              <a:gd name="connsiteY2" fmla="*/ 158845 h 158845"/>
              <a:gd name="connisteX3" fmla="*/ 0 w 179559"/>
              <a:gd name="connsiteY3" fmla="*/ 158845 h 158845"/>
              <a:gd name="connisteX4" fmla="*/ 0 w 179559"/>
              <a:gd name="connsiteY4" fmla="*/ 0 h 1588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79559" h="158846">
                <a:moveTo>
                  <a:pt x="0" y="0"/>
                </a:moveTo>
                <a:lnTo>
                  <a:pt x="179559" y="0"/>
                </a:lnTo>
                <a:lnTo>
                  <a:pt x="179559" y="158846"/>
                </a:lnTo>
                <a:lnTo>
                  <a:pt x="0" y="158846"/>
                </a:lnTo>
                <a:lnTo>
                  <a:pt x="0" y="0"/>
                </a:lnTo>
                <a:close/>
              </a:path>
            </a:pathLst>
          </a:custGeom>
          <a:solidFill>
            <a:srgbClr val="8BB7F4"/>
          </a:solidFill>
          <a:ln w="5525" cap="flat">
            <a:solidFill>
              <a:srgbClr val="3871B3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86" name="任意多边形 285"/>
          <p:cNvSpPr/>
          <p:nvPr/>
        </p:nvSpPr>
        <p:spPr>
          <a:xfrm>
            <a:off x="9168765" y="2963545"/>
            <a:ext cx="780415" cy="179705"/>
          </a:xfrm>
          <a:custGeom>
            <a:avLst/>
            <a:gdLst>
              <a:gd name="connisteX0" fmla="*/ 0 w 780392"/>
              <a:gd name="connsiteY0" fmla="*/ 0 h 179564"/>
              <a:gd name="connisteX1" fmla="*/ 780392 w 780392"/>
              <a:gd name="connsiteY1" fmla="*/ 0 h 179564"/>
              <a:gd name="connisteX2" fmla="*/ 780392 w 780392"/>
              <a:gd name="connsiteY2" fmla="*/ 179564 h 179564"/>
              <a:gd name="connisteX3" fmla="*/ 0 w 780392"/>
              <a:gd name="connsiteY3" fmla="*/ 179564 h 179564"/>
              <a:gd name="connisteX4" fmla="*/ 0 w 780392"/>
              <a:gd name="connsiteY4" fmla="*/ 0 h 17956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80392" h="179565">
                <a:moveTo>
                  <a:pt x="0" y="0"/>
                </a:moveTo>
                <a:lnTo>
                  <a:pt x="780392" y="0"/>
                </a:lnTo>
                <a:lnTo>
                  <a:pt x="780392" y="179565"/>
                </a:lnTo>
                <a:lnTo>
                  <a:pt x="0" y="179565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87" name="图片 28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61780" y="2997835"/>
            <a:ext cx="794385" cy="14160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92" name="任意多边形 291"/>
          <p:cNvSpPr/>
          <p:nvPr/>
        </p:nvSpPr>
        <p:spPr>
          <a:xfrm>
            <a:off x="10391140" y="2970530"/>
            <a:ext cx="815340" cy="172720"/>
          </a:xfrm>
          <a:custGeom>
            <a:avLst/>
            <a:gdLst>
              <a:gd name="connisteX0" fmla="*/ 0 w 814922"/>
              <a:gd name="connsiteY0" fmla="*/ 0 h 172658"/>
              <a:gd name="connisteX1" fmla="*/ 814922 w 814922"/>
              <a:gd name="connsiteY1" fmla="*/ 0 h 172658"/>
              <a:gd name="connisteX2" fmla="*/ 814922 w 814922"/>
              <a:gd name="connsiteY2" fmla="*/ 172658 h 172658"/>
              <a:gd name="connisteX3" fmla="*/ 0 w 814922"/>
              <a:gd name="connsiteY3" fmla="*/ 172658 h 172658"/>
              <a:gd name="connisteX4" fmla="*/ 0 w 814922"/>
              <a:gd name="connsiteY4" fmla="*/ 0 h 17265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814923" h="172659">
                <a:moveTo>
                  <a:pt x="0" y="0"/>
                </a:moveTo>
                <a:lnTo>
                  <a:pt x="814923" y="0"/>
                </a:lnTo>
                <a:lnTo>
                  <a:pt x="814923" y="172659"/>
                </a:lnTo>
                <a:lnTo>
                  <a:pt x="0" y="172659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293" name="图片 29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384155" y="3004820"/>
            <a:ext cx="829310" cy="14160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295" name="任意多边形 294"/>
          <p:cNvSpPr/>
          <p:nvPr/>
        </p:nvSpPr>
        <p:spPr>
          <a:xfrm>
            <a:off x="9493885" y="3198495"/>
            <a:ext cx="0" cy="74295"/>
          </a:xfrm>
          <a:custGeom>
            <a:avLst/>
            <a:gdLst>
              <a:gd name="connisteX0" fmla="*/ 0 w 0"/>
              <a:gd name="connsiteY0" fmla="*/ 0 h 74312"/>
              <a:gd name="connisteX1" fmla="*/ 0 w 0"/>
              <a:gd name="connsiteY1" fmla="*/ 74312 h 7431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74312">
                <a:moveTo>
                  <a:pt x="0" y="0"/>
                </a:moveTo>
                <a:lnTo>
                  <a:pt x="0" y="74312"/>
                </a:lnTo>
              </a:path>
            </a:pathLst>
          </a:custGeom>
          <a:noFill/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96" name="任意多边形 295"/>
          <p:cNvSpPr/>
          <p:nvPr/>
        </p:nvSpPr>
        <p:spPr>
          <a:xfrm>
            <a:off x="9465945" y="3272790"/>
            <a:ext cx="55245" cy="55245"/>
          </a:xfrm>
          <a:custGeom>
            <a:avLst/>
            <a:gdLst>
              <a:gd name="connisteX0" fmla="*/ 27624 w 55249"/>
              <a:gd name="connsiteY0" fmla="*/ 55250 h 55250"/>
              <a:gd name="connisteX1" fmla="*/ 0 w 55249"/>
              <a:gd name="connsiteY1" fmla="*/ 0 h 55250"/>
              <a:gd name="connisteX2" fmla="*/ 55249 w 55249"/>
              <a:gd name="connsiteY2" fmla="*/ 0 h 55250"/>
              <a:gd name="connisteX3" fmla="*/ 27624 w 55249"/>
              <a:gd name="connsiteY3" fmla="*/ 55250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27625" y="55251"/>
                </a:moveTo>
                <a:lnTo>
                  <a:pt x="0" y="0"/>
                </a:lnTo>
                <a:lnTo>
                  <a:pt x="55249" y="0"/>
                </a:lnTo>
                <a:lnTo>
                  <a:pt x="27625" y="55251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98" name="任意多边形 297"/>
          <p:cNvSpPr/>
          <p:nvPr/>
        </p:nvSpPr>
        <p:spPr>
          <a:xfrm>
            <a:off x="8245475" y="3355975"/>
            <a:ext cx="766445" cy="234950"/>
          </a:xfrm>
          <a:custGeom>
            <a:avLst/>
            <a:gdLst>
              <a:gd name="connisteX0" fmla="*/ 0 w 863265"/>
              <a:gd name="connsiteY0" fmla="*/ 46617 h 372942"/>
              <a:gd name="connisteX1" fmla="*/ 47479 w 863265"/>
              <a:gd name="connsiteY1" fmla="*/ 0 h 372942"/>
              <a:gd name="connisteX2" fmla="*/ 815786 w 863265"/>
              <a:gd name="connsiteY2" fmla="*/ 0 h 372942"/>
              <a:gd name="connisteX3" fmla="*/ 863265 w 863265"/>
              <a:gd name="connsiteY3" fmla="*/ 46617 h 372942"/>
              <a:gd name="connisteX4" fmla="*/ 863265 w 863265"/>
              <a:gd name="connsiteY4" fmla="*/ 326324 h 372942"/>
              <a:gd name="connisteX5" fmla="*/ 815786 w 863265"/>
              <a:gd name="connsiteY5" fmla="*/ 372942 h 372942"/>
              <a:gd name="connisteX6" fmla="*/ 47479 w 863265"/>
              <a:gd name="connsiteY6" fmla="*/ 372942 h 372942"/>
              <a:gd name="connisteX7" fmla="*/ 0 w 863265"/>
              <a:gd name="connsiteY7" fmla="*/ 326324 h 372942"/>
              <a:gd name="connisteX8" fmla="*/ 0 w 863265"/>
              <a:gd name="connsiteY8" fmla="*/ 46617 h 37294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63266" h="372943">
                <a:moveTo>
                  <a:pt x="0" y="46618"/>
                </a:moveTo>
                <a:cubicBezTo>
                  <a:pt x="0" y="20872"/>
                  <a:pt x="21257" y="0"/>
                  <a:pt x="47480" y="0"/>
                </a:cubicBezTo>
                <a:lnTo>
                  <a:pt x="815786" y="0"/>
                </a:lnTo>
                <a:cubicBezTo>
                  <a:pt x="842008" y="0"/>
                  <a:pt x="863266" y="20872"/>
                  <a:pt x="863266" y="46618"/>
                </a:cubicBezTo>
                <a:lnTo>
                  <a:pt x="863266" y="326325"/>
                </a:lnTo>
                <a:cubicBezTo>
                  <a:pt x="863266" y="352071"/>
                  <a:pt x="842008" y="372943"/>
                  <a:pt x="815786" y="372943"/>
                </a:cubicBezTo>
                <a:lnTo>
                  <a:pt x="47480" y="372943"/>
                </a:lnTo>
                <a:cubicBezTo>
                  <a:pt x="21257" y="372943"/>
                  <a:pt x="0" y="352071"/>
                  <a:pt x="0" y="326325"/>
                </a:cubicBezTo>
                <a:lnTo>
                  <a:pt x="0" y="46618"/>
                </a:lnTo>
                <a:close/>
              </a:path>
            </a:pathLst>
          </a:custGeom>
          <a:solidFill>
            <a:srgbClr val="EAF7FC"/>
          </a:solidFill>
          <a:ln w="6906" cap="flat">
            <a:solidFill>
              <a:srgbClr val="418CF4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02" name="任意多边形 301"/>
          <p:cNvSpPr/>
          <p:nvPr/>
        </p:nvSpPr>
        <p:spPr>
          <a:xfrm>
            <a:off x="9179560" y="3355975"/>
            <a:ext cx="766445" cy="234950"/>
          </a:xfrm>
          <a:custGeom>
            <a:avLst/>
            <a:gdLst>
              <a:gd name="connisteX0" fmla="*/ 0 w 766579"/>
              <a:gd name="connsiteY0" fmla="*/ 48137 h 234815"/>
              <a:gd name="connisteX1" fmla="*/ 45994 w 766579"/>
              <a:gd name="connsiteY1" fmla="*/ 0 h 234815"/>
              <a:gd name="connisteX2" fmla="*/ 720585 w 766579"/>
              <a:gd name="connsiteY2" fmla="*/ 0 h 234815"/>
              <a:gd name="connisteX3" fmla="*/ 766579 w 766579"/>
              <a:gd name="connsiteY3" fmla="*/ 48137 h 234815"/>
              <a:gd name="connisteX4" fmla="*/ 766579 w 766579"/>
              <a:gd name="connsiteY4" fmla="*/ 186678 h 234815"/>
              <a:gd name="connisteX5" fmla="*/ 720585 w 766579"/>
              <a:gd name="connsiteY5" fmla="*/ 234815 h 234815"/>
              <a:gd name="connisteX6" fmla="*/ 45994 w 766579"/>
              <a:gd name="connsiteY6" fmla="*/ 234815 h 234815"/>
              <a:gd name="connisteX7" fmla="*/ 0 w 766579"/>
              <a:gd name="connsiteY7" fmla="*/ 186678 h 234815"/>
              <a:gd name="connisteX8" fmla="*/ 0 w 766579"/>
              <a:gd name="connsiteY8" fmla="*/ 48137 h 2348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766580" h="234816">
                <a:moveTo>
                  <a:pt x="0" y="48137"/>
                </a:moveTo>
                <a:cubicBezTo>
                  <a:pt x="0" y="21552"/>
                  <a:pt x="20593" y="0"/>
                  <a:pt x="45995" y="0"/>
                </a:cubicBezTo>
                <a:lnTo>
                  <a:pt x="720585" y="0"/>
                </a:lnTo>
                <a:cubicBezTo>
                  <a:pt x="745987" y="0"/>
                  <a:pt x="766580" y="21552"/>
                  <a:pt x="766580" y="48137"/>
                </a:cubicBezTo>
                <a:lnTo>
                  <a:pt x="766580" y="186678"/>
                </a:lnTo>
                <a:cubicBezTo>
                  <a:pt x="766580" y="213264"/>
                  <a:pt x="745987" y="234816"/>
                  <a:pt x="720585" y="234816"/>
                </a:cubicBezTo>
                <a:lnTo>
                  <a:pt x="45995" y="234816"/>
                </a:lnTo>
                <a:cubicBezTo>
                  <a:pt x="20593" y="234816"/>
                  <a:pt x="0" y="213264"/>
                  <a:pt x="0" y="186678"/>
                </a:cubicBezTo>
                <a:lnTo>
                  <a:pt x="0" y="48137"/>
                </a:lnTo>
                <a:close/>
              </a:path>
            </a:pathLst>
          </a:custGeom>
          <a:solidFill>
            <a:srgbClr val="EAF7FC"/>
          </a:solidFill>
          <a:ln w="6906" cap="flat">
            <a:solidFill>
              <a:srgbClr val="418CF4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06" name="任意多边形 305"/>
          <p:cNvSpPr/>
          <p:nvPr/>
        </p:nvSpPr>
        <p:spPr>
          <a:xfrm>
            <a:off x="9017000" y="3481705"/>
            <a:ext cx="91440" cy="76200"/>
          </a:xfrm>
          <a:custGeom>
            <a:avLst/>
            <a:gdLst>
              <a:gd name="connisteX0" fmla="*/ 0 w 74309"/>
              <a:gd name="connsiteY0" fmla="*/ 0 h 0"/>
              <a:gd name="connisteX1" fmla="*/ 74309 w 74309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74310">
                <a:moveTo>
                  <a:pt x="0" y="0"/>
                </a:moveTo>
                <a:lnTo>
                  <a:pt x="74310" y="0"/>
                </a:lnTo>
              </a:path>
            </a:pathLst>
          </a:custGeom>
          <a:noFill/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07" name="任意多边形 306"/>
          <p:cNvSpPr/>
          <p:nvPr/>
        </p:nvSpPr>
        <p:spPr>
          <a:xfrm>
            <a:off x="9108440" y="3453765"/>
            <a:ext cx="55245" cy="55245"/>
          </a:xfrm>
          <a:custGeom>
            <a:avLst/>
            <a:gdLst>
              <a:gd name="connisteX0" fmla="*/ 55249 w 55249"/>
              <a:gd name="connsiteY0" fmla="*/ 27625 h 55250"/>
              <a:gd name="connisteX1" fmla="*/ 0 w 55249"/>
              <a:gd name="connsiteY1" fmla="*/ 55250 h 55250"/>
              <a:gd name="connisteX2" fmla="*/ 0 w 55249"/>
              <a:gd name="connsiteY2" fmla="*/ 0 h 55250"/>
              <a:gd name="connisteX3" fmla="*/ 55249 w 55249"/>
              <a:gd name="connsiteY3" fmla="*/ 27625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55249" y="27625"/>
                </a:moveTo>
                <a:lnTo>
                  <a:pt x="0" y="55251"/>
                </a:lnTo>
                <a:lnTo>
                  <a:pt x="0" y="0"/>
                </a:lnTo>
                <a:lnTo>
                  <a:pt x="55249" y="27625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09" name="任意多边形 308"/>
          <p:cNvSpPr/>
          <p:nvPr/>
        </p:nvSpPr>
        <p:spPr>
          <a:xfrm flipV="1">
            <a:off x="9949180" y="3403600"/>
            <a:ext cx="154940" cy="78105"/>
          </a:xfrm>
          <a:custGeom>
            <a:avLst/>
            <a:gdLst>
              <a:gd name="connisteX0" fmla="*/ 0 w 81216"/>
              <a:gd name="connsiteY0" fmla="*/ 0 h 0"/>
              <a:gd name="connisteX1" fmla="*/ 81216 w 81216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81216">
                <a:moveTo>
                  <a:pt x="0" y="0"/>
                </a:moveTo>
                <a:lnTo>
                  <a:pt x="81216" y="0"/>
                </a:lnTo>
              </a:path>
            </a:pathLst>
          </a:custGeom>
          <a:noFill/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10" name="任意多边形 309"/>
          <p:cNvSpPr/>
          <p:nvPr/>
        </p:nvSpPr>
        <p:spPr>
          <a:xfrm>
            <a:off x="10104120" y="3453765"/>
            <a:ext cx="55245" cy="55245"/>
          </a:xfrm>
          <a:custGeom>
            <a:avLst/>
            <a:gdLst>
              <a:gd name="connisteX0" fmla="*/ 55249 w 55249"/>
              <a:gd name="connsiteY0" fmla="*/ 27625 h 55250"/>
              <a:gd name="connisteX1" fmla="*/ 0 w 55249"/>
              <a:gd name="connsiteY1" fmla="*/ 55250 h 55250"/>
              <a:gd name="connisteX2" fmla="*/ 0 w 55249"/>
              <a:gd name="connsiteY2" fmla="*/ 0 h 55250"/>
              <a:gd name="connisteX3" fmla="*/ 55249 w 55249"/>
              <a:gd name="connsiteY3" fmla="*/ 27625 h 5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5249" h="55251">
                <a:moveTo>
                  <a:pt x="55249" y="27625"/>
                </a:moveTo>
                <a:lnTo>
                  <a:pt x="0" y="55251"/>
                </a:lnTo>
                <a:lnTo>
                  <a:pt x="0" y="0"/>
                </a:lnTo>
                <a:lnTo>
                  <a:pt x="55249" y="27625"/>
                </a:lnTo>
                <a:close/>
              </a:path>
            </a:pathLst>
          </a:custGeom>
          <a:solidFill>
            <a:srgbClr val="5997FF"/>
          </a:solidFill>
          <a:ln w="13812" cap="flat">
            <a:solidFill>
              <a:srgbClr val="5997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12" name="任意多边形 311"/>
          <p:cNvSpPr/>
          <p:nvPr/>
        </p:nvSpPr>
        <p:spPr>
          <a:xfrm>
            <a:off x="10191115" y="3322320"/>
            <a:ext cx="918210" cy="241935"/>
          </a:xfrm>
          <a:custGeom>
            <a:avLst/>
            <a:gdLst>
              <a:gd name="connisteX0" fmla="*/ 0 w 918514"/>
              <a:gd name="connsiteY0" fmla="*/ 241722 h 241722"/>
              <a:gd name="connisteX1" fmla="*/ 55249 w 918514"/>
              <a:gd name="connsiteY1" fmla="*/ 179564 h 241722"/>
              <a:gd name="connisteX2" fmla="*/ 124310 w 918514"/>
              <a:gd name="connsiteY2" fmla="*/ 131220 h 241722"/>
              <a:gd name="connisteX3" fmla="*/ 207183 w 918514"/>
              <a:gd name="connsiteY3" fmla="*/ 96688 h 241722"/>
              <a:gd name="connisteX4" fmla="*/ 310775 w 918514"/>
              <a:gd name="connsiteY4" fmla="*/ 62157 h 241722"/>
              <a:gd name="connisteX5" fmla="*/ 414367 w 918514"/>
              <a:gd name="connsiteY5" fmla="*/ 34531 h 241722"/>
              <a:gd name="connisteX6" fmla="*/ 511053 w 918514"/>
              <a:gd name="connsiteY6" fmla="*/ 13812 h 241722"/>
              <a:gd name="connisteX7" fmla="*/ 614645 w 918514"/>
              <a:gd name="connsiteY7" fmla="*/ 0 h 241722"/>
              <a:gd name="connisteX8" fmla="*/ 718237 w 918514"/>
              <a:gd name="connsiteY8" fmla="*/ 0 h 241722"/>
              <a:gd name="connisteX9" fmla="*/ 808016 w 918514"/>
              <a:gd name="connsiteY9" fmla="*/ 20719 h 241722"/>
              <a:gd name="connisteX10" fmla="*/ 918514 w 918514"/>
              <a:gd name="connsiteY10" fmla="*/ 41438 h 2417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rect l="l" t="t" r="r" b="b"/>
            <a:pathLst>
              <a:path w="918515" h="241722">
                <a:moveTo>
                  <a:pt x="0" y="241722"/>
                </a:moveTo>
                <a:lnTo>
                  <a:pt x="55249" y="179565"/>
                </a:lnTo>
                <a:lnTo>
                  <a:pt x="124310" y="131221"/>
                </a:lnTo>
                <a:lnTo>
                  <a:pt x="207184" y="96689"/>
                </a:lnTo>
                <a:lnTo>
                  <a:pt x="310776" y="62157"/>
                </a:lnTo>
                <a:lnTo>
                  <a:pt x="414368" y="34532"/>
                </a:lnTo>
                <a:lnTo>
                  <a:pt x="511053" y="13813"/>
                </a:lnTo>
                <a:lnTo>
                  <a:pt x="614645" y="0"/>
                </a:lnTo>
                <a:lnTo>
                  <a:pt x="718237" y="0"/>
                </a:lnTo>
                <a:lnTo>
                  <a:pt x="808017" y="20719"/>
                </a:lnTo>
                <a:lnTo>
                  <a:pt x="918515" y="41438"/>
                </a:lnTo>
              </a:path>
            </a:pathLst>
          </a:custGeom>
          <a:noFill/>
          <a:ln w="10359" cap="flat">
            <a:solidFill>
              <a:srgbClr val="157AE9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13" name="任意多边形 312"/>
          <p:cNvSpPr/>
          <p:nvPr/>
        </p:nvSpPr>
        <p:spPr>
          <a:xfrm>
            <a:off x="10170160" y="3543300"/>
            <a:ext cx="41910" cy="41910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4" name="任意多边形 313"/>
          <p:cNvSpPr/>
          <p:nvPr/>
        </p:nvSpPr>
        <p:spPr>
          <a:xfrm>
            <a:off x="10225405" y="3481705"/>
            <a:ext cx="41910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5" name="任意多边形 314"/>
          <p:cNvSpPr/>
          <p:nvPr/>
        </p:nvSpPr>
        <p:spPr>
          <a:xfrm>
            <a:off x="10294620" y="3432810"/>
            <a:ext cx="41275" cy="41910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6" name="任意多边形 315"/>
          <p:cNvSpPr/>
          <p:nvPr/>
        </p:nvSpPr>
        <p:spPr>
          <a:xfrm>
            <a:off x="10377805" y="3398520"/>
            <a:ext cx="41275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7" name="任意多边形 316"/>
          <p:cNvSpPr/>
          <p:nvPr/>
        </p:nvSpPr>
        <p:spPr>
          <a:xfrm>
            <a:off x="10481310" y="3364230"/>
            <a:ext cx="41275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8" name="任意多边形 317"/>
          <p:cNvSpPr/>
          <p:nvPr/>
        </p:nvSpPr>
        <p:spPr>
          <a:xfrm>
            <a:off x="10584815" y="3336290"/>
            <a:ext cx="41275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19" name="任意多边形 318"/>
          <p:cNvSpPr/>
          <p:nvPr/>
        </p:nvSpPr>
        <p:spPr>
          <a:xfrm>
            <a:off x="10681335" y="3315970"/>
            <a:ext cx="41275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20" name="任意多边形 319"/>
          <p:cNvSpPr/>
          <p:nvPr/>
        </p:nvSpPr>
        <p:spPr>
          <a:xfrm>
            <a:off x="10784840" y="3302000"/>
            <a:ext cx="41910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21" name="任意多边形 320"/>
          <p:cNvSpPr/>
          <p:nvPr/>
        </p:nvSpPr>
        <p:spPr>
          <a:xfrm>
            <a:off x="10888345" y="3302000"/>
            <a:ext cx="41910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22" name="任意多边形 321"/>
          <p:cNvSpPr/>
          <p:nvPr/>
        </p:nvSpPr>
        <p:spPr>
          <a:xfrm>
            <a:off x="10978515" y="3322320"/>
            <a:ext cx="41275" cy="41910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23" name="任意多边形 322"/>
          <p:cNvSpPr/>
          <p:nvPr/>
        </p:nvSpPr>
        <p:spPr>
          <a:xfrm>
            <a:off x="11089005" y="3343275"/>
            <a:ext cx="41275" cy="41275"/>
          </a:xfrm>
          <a:custGeom>
            <a:avLst/>
            <a:gdLst>
              <a:gd name="connisteX0" fmla="*/ 41436 w 41436"/>
              <a:gd name="connsiteY0" fmla="*/ 20719 h 41438"/>
              <a:gd name="connisteX1" fmla="*/ 20718 w 41436"/>
              <a:gd name="connsiteY1" fmla="*/ 41438 h 41438"/>
              <a:gd name="connisteX2" fmla="*/ 0 w 41436"/>
              <a:gd name="connsiteY2" fmla="*/ 20719 h 41438"/>
              <a:gd name="connisteX3" fmla="*/ 20718 w 41436"/>
              <a:gd name="connsiteY3" fmla="*/ 0 h 41438"/>
              <a:gd name="connisteX4" fmla="*/ 41436 w 41436"/>
              <a:gd name="connsiteY4" fmla="*/ 20719 h 414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1437" h="41438">
                <a:moveTo>
                  <a:pt x="41437" y="20719"/>
                </a:moveTo>
                <a:cubicBezTo>
                  <a:pt x="41437" y="32162"/>
                  <a:pt x="32161" y="41438"/>
                  <a:pt x="20718" y="41438"/>
                </a:cubicBezTo>
                <a:cubicBezTo>
                  <a:pt x="9276" y="41438"/>
                  <a:pt x="0" y="32162"/>
                  <a:pt x="0" y="20719"/>
                </a:cubicBezTo>
                <a:cubicBezTo>
                  <a:pt x="0" y="9276"/>
                  <a:pt x="9276" y="0"/>
                  <a:pt x="20718" y="0"/>
                </a:cubicBezTo>
                <a:cubicBezTo>
                  <a:pt x="32161" y="0"/>
                  <a:pt x="41437" y="9276"/>
                  <a:pt x="41437" y="20719"/>
                </a:cubicBezTo>
                <a:close/>
              </a:path>
            </a:pathLst>
          </a:custGeom>
          <a:solidFill>
            <a:srgbClr val="0874F9"/>
          </a:solidFill>
        </p:spPr>
        <p:txBody>
          <a:bodyPr/>
          <a:p>
            <a:endParaRPr lang="zh-CN" altLang="en-US"/>
          </a:p>
        </p:txBody>
      </p:sp>
      <p:sp>
        <p:nvSpPr>
          <p:cNvPr id="324" name="任意多边形 323"/>
          <p:cNvSpPr/>
          <p:nvPr/>
        </p:nvSpPr>
        <p:spPr>
          <a:xfrm>
            <a:off x="10218420" y="3536950"/>
            <a:ext cx="967105" cy="151765"/>
          </a:xfrm>
          <a:custGeom>
            <a:avLst/>
            <a:gdLst>
              <a:gd name="connisteX0" fmla="*/ 0 w 966857"/>
              <a:gd name="connsiteY0" fmla="*/ 0 h 151939"/>
              <a:gd name="connisteX1" fmla="*/ 966857 w 966857"/>
              <a:gd name="connsiteY1" fmla="*/ 0 h 151939"/>
              <a:gd name="connisteX2" fmla="*/ 966857 w 966857"/>
              <a:gd name="connsiteY2" fmla="*/ 151939 h 151939"/>
              <a:gd name="connisteX3" fmla="*/ 0 w 966857"/>
              <a:gd name="connsiteY3" fmla="*/ 151939 h 151939"/>
              <a:gd name="connisteX4" fmla="*/ 0 w 966857"/>
              <a:gd name="connsiteY4" fmla="*/ 0 h 15193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66858" h="151940">
                <a:moveTo>
                  <a:pt x="0" y="0"/>
                </a:moveTo>
                <a:lnTo>
                  <a:pt x="966858" y="0"/>
                </a:lnTo>
                <a:lnTo>
                  <a:pt x="966858" y="151940"/>
                </a:lnTo>
                <a:lnTo>
                  <a:pt x="0" y="15194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p>
            <a:endParaRPr lang="zh-CN" altLang="en-US"/>
          </a:p>
        </p:txBody>
      </p:sp>
      <p:pic>
        <p:nvPicPr>
          <p:cNvPr id="325" name="图片 32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212070" y="3557270"/>
            <a:ext cx="980440" cy="14160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sp>
        <p:nvSpPr>
          <p:cNvPr id="120" name="任意多边形 119"/>
          <p:cNvSpPr/>
          <p:nvPr/>
        </p:nvSpPr>
        <p:spPr>
          <a:xfrm>
            <a:off x="6805930" y="1167130"/>
            <a:ext cx="256540" cy="179705"/>
          </a:xfrm>
          <a:custGeom>
            <a:avLst/>
            <a:gdLst>
              <a:gd name="connisteX0" fmla="*/ 0 w 345306"/>
              <a:gd name="connsiteY0" fmla="*/ 48344 h 241722"/>
              <a:gd name="connisteX1" fmla="*/ 48342 w 345306"/>
              <a:gd name="connsiteY1" fmla="*/ 0 h 241722"/>
              <a:gd name="connisteX2" fmla="*/ 296963 w 345306"/>
              <a:gd name="connsiteY2" fmla="*/ 0 h 241722"/>
              <a:gd name="connisteX3" fmla="*/ 345306 w 345306"/>
              <a:gd name="connsiteY3" fmla="*/ 48344 h 241722"/>
              <a:gd name="connisteX4" fmla="*/ 345306 w 345306"/>
              <a:gd name="connsiteY4" fmla="*/ 193377 h 241722"/>
              <a:gd name="connisteX5" fmla="*/ 296963 w 345306"/>
              <a:gd name="connsiteY5" fmla="*/ 241722 h 241722"/>
              <a:gd name="connisteX6" fmla="*/ 48342 w 345306"/>
              <a:gd name="connsiteY6" fmla="*/ 241722 h 241722"/>
              <a:gd name="connisteX7" fmla="*/ 0 w 345306"/>
              <a:gd name="connsiteY7" fmla="*/ 193377 h 241722"/>
              <a:gd name="connisteX8" fmla="*/ 0 w 345306"/>
              <a:gd name="connsiteY8" fmla="*/ 48344 h 2417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345306" h="241722">
                <a:moveTo>
                  <a:pt x="0" y="48344"/>
                </a:moveTo>
                <a:cubicBezTo>
                  <a:pt x="0" y="21645"/>
                  <a:pt x="21644" y="0"/>
                  <a:pt x="48343" y="0"/>
                </a:cubicBezTo>
                <a:lnTo>
                  <a:pt x="296963" y="0"/>
                </a:lnTo>
                <a:cubicBezTo>
                  <a:pt x="323662" y="0"/>
                  <a:pt x="345306" y="21645"/>
                  <a:pt x="345306" y="48344"/>
                </a:cubicBezTo>
                <a:lnTo>
                  <a:pt x="345306" y="193378"/>
                </a:lnTo>
                <a:cubicBezTo>
                  <a:pt x="345306" y="220078"/>
                  <a:pt x="323662" y="241722"/>
                  <a:pt x="296963" y="241722"/>
                </a:cubicBezTo>
                <a:lnTo>
                  <a:pt x="48343" y="241722"/>
                </a:lnTo>
                <a:cubicBezTo>
                  <a:pt x="21644" y="241722"/>
                  <a:pt x="0" y="220078"/>
                  <a:pt x="0" y="193378"/>
                </a:cubicBezTo>
                <a:lnTo>
                  <a:pt x="0" y="48344"/>
                </a:lnTo>
                <a:close/>
              </a:path>
            </a:pathLst>
          </a:custGeom>
          <a:solidFill>
            <a:srgbClr val="EAF7FC"/>
          </a:solidFill>
          <a:ln w="6906" cap="flat">
            <a:solidFill>
              <a:srgbClr val="418CF4"/>
            </a:solidFill>
            <a:miter/>
          </a:ln>
        </p:spPr>
        <p:txBody>
          <a:bodyPr/>
          <a:p>
            <a:endParaRPr lang="en-US" altLang="zh-CN" sz="3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3" name="立方体 612"/>
          <p:cNvSpPr/>
          <p:nvPr/>
        </p:nvSpPr>
        <p:spPr>
          <a:xfrm>
            <a:off x="10193655" y="2945765"/>
            <a:ext cx="224790" cy="208280"/>
          </a:xfrm>
          <a:prstGeom prst="cube">
            <a:avLst>
              <a:gd name="adj" fmla="val 36630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6" name="立方体 625"/>
          <p:cNvSpPr/>
          <p:nvPr/>
        </p:nvSpPr>
        <p:spPr>
          <a:xfrm>
            <a:off x="8839835" y="1757680"/>
            <a:ext cx="196850" cy="772795"/>
          </a:xfrm>
          <a:prstGeom prst="cube">
            <a:avLst>
              <a:gd name="adj" fmla="val 39677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4" name="立方体 623"/>
          <p:cNvSpPr/>
          <p:nvPr/>
        </p:nvSpPr>
        <p:spPr>
          <a:xfrm>
            <a:off x="8989060" y="1959610"/>
            <a:ext cx="234315" cy="570865"/>
          </a:xfrm>
          <a:prstGeom prst="cube">
            <a:avLst>
              <a:gd name="adj" fmla="val 39566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6" name="立方体 635"/>
          <p:cNvSpPr/>
          <p:nvPr/>
        </p:nvSpPr>
        <p:spPr>
          <a:xfrm>
            <a:off x="9146540" y="2033270"/>
            <a:ext cx="150495" cy="497840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0" name="立方体 619"/>
          <p:cNvSpPr/>
          <p:nvPr/>
        </p:nvSpPr>
        <p:spPr>
          <a:xfrm>
            <a:off x="9217025" y="2082800"/>
            <a:ext cx="234315" cy="447675"/>
          </a:xfrm>
          <a:prstGeom prst="cube">
            <a:avLst>
              <a:gd name="adj" fmla="val 39566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1" name="立方体 620"/>
          <p:cNvSpPr/>
          <p:nvPr/>
        </p:nvSpPr>
        <p:spPr>
          <a:xfrm>
            <a:off x="9378315" y="2185670"/>
            <a:ext cx="150495" cy="344805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7" name="立方体 616"/>
          <p:cNvSpPr/>
          <p:nvPr/>
        </p:nvSpPr>
        <p:spPr>
          <a:xfrm>
            <a:off x="9463405" y="2205990"/>
            <a:ext cx="207010" cy="324485"/>
          </a:xfrm>
          <a:prstGeom prst="cube">
            <a:avLst>
              <a:gd name="adj" fmla="val 45398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4" name="立方体 613"/>
          <p:cNvSpPr/>
          <p:nvPr/>
        </p:nvSpPr>
        <p:spPr>
          <a:xfrm>
            <a:off x="9608185" y="2310130"/>
            <a:ext cx="102870" cy="220345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8" name="立方体 617"/>
          <p:cNvSpPr/>
          <p:nvPr/>
        </p:nvSpPr>
        <p:spPr>
          <a:xfrm>
            <a:off x="9670415" y="2379345"/>
            <a:ext cx="76200" cy="151130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2" name="立方体 641"/>
          <p:cNvSpPr/>
          <p:nvPr/>
        </p:nvSpPr>
        <p:spPr>
          <a:xfrm flipH="1">
            <a:off x="11035665" y="1757680"/>
            <a:ext cx="196850" cy="772795"/>
          </a:xfrm>
          <a:prstGeom prst="cube">
            <a:avLst>
              <a:gd name="adj" fmla="val 39677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3" name="立方体 642"/>
          <p:cNvSpPr/>
          <p:nvPr/>
        </p:nvSpPr>
        <p:spPr>
          <a:xfrm flipH="1">
            <a:off x="10848975" y="1959610"/>
            <a:ext cx="234315" cy="570865"/>
          </a:xfrm>
          <a:prstGeom prst="cube">
            <a:avLst>
              <a:gd name="adj" fmla="val 39566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4" name="立方体 643"/>
          <p:cNvSpPr/>
          <p:nvPr/>
        </p:nvSpPr>
        <p:spPr>
          <a:xfrm flipH="1">
            <a:off x="10775315" y="2033270"/>
            <a:ext cx="150495" cy="497840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5" name="立方体 644"/>
          <p:cNvSpPr/>
          <p:nvPr/>
        </p:nvSpPr>
        <p:spPr>
          <a:xfrm flipH="1">
            <a:off x="10621010" y="2082800"/>
            <a:ext cx="234315" cy="447675"/>
          </a:xfrm>
          <a:prstGeom prst="cube">
            <a:avLst>
              <a:gd name="adj" fmla="val 39566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6" name="立方体 645"/>
          <p:cNvSpPr/>
          <p:nvPr/>
        </p:nvSpPr>
        <p:spPr>
          <a:xfrm flipH="1">
            <a:off x="10543540" y="2185670"/>
            <a:ext cx="150495" cy="344805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7" name="立方体 646"/>
          <p:cNvSpPr/>
          <p:nvPr/>
        </p:nvSpPr>
        <p:spPr>
          <a:xfrm flipH="1">
            <a:off x="10401935" y="2205990"/>
            <a:ext cx="207010" cy="324485"/>
          </a:xfrm>
          <a:prstGeom prst="cube">
            <a:avLst>
              <a:gd name="adj" fmla="val 45398"/>
            </a:avLst>
          </a:prstGeom>
          <a:solidFill>
            <a:srgbClr val="8BB7F4"/>
          </a:solidFill>
          <a:ln>
            <a:solidFill>
              <a:srgbClr val="3871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8" name="立方体 647"/>
          <p:cNvSpPr/>
          <p:nvPr/>
        </p:nvSpPr>
        <p:spPr>
          <a:xfrm flipH="1">
            <a:off x="10361295" y="2310130"/>
            <a:ext cx="102870" cy="220345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9" name="立方体 648"/>
          <p:cNvSpPr/>
          <p:nvPr/>
        </p:nvSpPr>
        <p:spPr>
          <a:xfrm flipH="1">
            <a:off x="10325735" y="2379345"/>
            <a:ext cx="76200" cy="151130"/>
          </a:xfrm>
          <a:prstGeom prst="cube">
            <a:avLst>
              <a:gd name="adj" fmla="val 64197"/>
            </a:avLst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2" name="梯形 651"/>
          <p:cNvSpPr/>
          <p:nvPr/>
        </p:nvSpPr>
        <p:spPr>
          <a:xfrm>
            <a:off x="9735185" y="2400935"/>
            <a:ext cx="616585" cy="55880"/>
          </a:xfrm>
          <a:prstGeom prst="trapezoid">
            <a:avLst>
              <a:gd name="adj" fmla="val 78151"/>
            </a:avLst>
          </a:prstGeom>
          <a:solidFill>
            <a:srgbClr val="C8DEFF"/>
          </a:solidFill>
          <a:ln w="5588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4" name="矩形 653"/>
          <p:cNvSpPr/>
          <p:nvPr/>
        </p:nvSpPr>
        <p:spPr>
          <a:xfrm>
            <a:off x="9735185" y="2456815"/>
            <a:ext cx="617220" cy="74295"/>
          </a:xfrm>
          <a:prstGeom prst="rect">
            <a:avLst/>
          </a:prstGeom>
          <a:solidFill>
            <a:srgbClr val="A1C4F5"/>
          </a:solidFill>
          <a:ln w="5588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60" name="曲线连接符 659"/>
          <p:cNvCxnSpPr/>
          <p:nvPr/>
        </p:nvCxnSpPr>
        <p:spPr>
          <a:xfrm rot="16200000" flipH="1">
            <a:off x="10036175" y="1426845"/>
            <a:ext cx="3175" cy="1311910"/>
          </a:xfrm>
          <a:prstGeom prst="curvedConnector3">
            <a:avLst>
              <a:gd name="adj1" fmla="val -4410000"/>
            </a:avLst>
          </a:prstGeom>
          <a:ln w="12700" cmpd="sng">
            <a:solidFill>
              <a:schemeClr val="bg1">
                <a:lumMod val="50000"/>
              </a:schemeClr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62" name="任意多边形 661"/>
          <p:cNvSpPr/>
          <p:nvPr/>
        </p:nvSpPr>
        <p:spPr>
          <a:xfrm>
            <a:off x="9599930" y="2075180"/>
            <a:ext cx="904240" cy="153035"/>
          </a:xfrm>
          <a:custGeom>
            <a:avLst/>
            <a:gdLst>
              <a:gd name="connisteX0" fmla="*/ 0 w 904244"/>
              <a:gd name="connsiteY0" fmla="*/ 144780 h 153264"/>
              <a:gd name="connisteX1" fmla="*/ 144780 w 904244"/>
              <a:gd name="connsiteY1" fmla="*/ 19050 h 153264"/>
              <a:gd name="connisteX2" fmla="*/ 750570 w 904244"/>
              <a:gd name="connsiteY2" fmla="*/ 19050 h 153264"/>
              <a:gd name="connisteX3" fmla="*/ 891540 w 904244"/>
              <a:gd name="connsiteY3" fmla="*/ 144780 h 153264"/>
              <a:gd name="connisteX4" fmla="*/ 891540 w 904244"/>
              <a:gd name="connsiteY4" fmla="*/ 144780 h 153264"/>
              <a:gd name="connisteX5" fmla="*/ 883920 w 904244"/>
              <a:gd name="connsiteY5" fmla="*/ 224790 h 15326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904245" h="153264">
                <a:moveTo>
                  <a:pt x="0" y="144780"/>
                </a:moveTo>
                <a:cubicBezTo>
                  <a:pt x="17145" y="119380"/>
                  <a:pt x="-5080" y="44450"/>
                  <a:pt x="144780" y="19050"/>
                </a:cubicBezTo>
                <a:cubicBezTo>
                  <a:pt x="294640" y="-6350"/>
                  <a:pt x="601345" y="-6350"/>
                  <a:pt x="750570" y="19050"/>
                </a:cubicBezTo>
                <a:cubicBezTo>
                  <a:pt x="899795" y="44450"/>
                  <a:pt x="863600" y="119380"/>
                  <a:pt x="891540" y="144780"/>
                </a:cubicBezTo>
                <a:cubicBezTo>
                  <a:pt x="919480" y="170180"/>
                  <a:pt x="892810" y="128905"/>
                  <a:pt x="891540" y="14478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prstDash val="dash"/>
            <a:round/>
            <a:headEnd type="triangle" w="sm" len="med"/>
            <a:tailEnd type="triangle" w="sm" len="me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68" name="直接箭头连接符 667"/>
          <p:cNvCxnSpPr/>
          <p:nvPr/>
        </p:nvCxnSpPr>
        <p:spPr>
          <a:xfrm>
            <a:off x="7158990" y="2870835"/>
            <a:ext cx="214630" cy="254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1" name="文本框 670"/>
          <p:cNvSpPr txBox="1"/>
          <p:nvPr/>
        </p:nvSpPr>
        <p:spPr>
          <a:xfrm>
            <a:off x="6614795" y="903605"/>
            <a:ext cx="82804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state history</a:t>
            </a:r>
            <a:endParaRPr lang="en-US" altLang="zh-CN" sz="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79" name="椭圆 678"/>
          <p:cNvSpPr/>
          <p:nvPr/>
        </p:nvSpPr>
        <p:spPr>
          <a:xfrm>
            <a:off x="10212070" y="1125855"/>
            <a:ext cx="224790" cy="224790"/>
          </a:xfrm>
          <a:prstGeom prst="ellipse">
            <a:avLst/>
          </a:prstGeom>
          <a:solidFill>
            <a:srgbClr val="FF9D59"/>
          </a:solidFill>
          <a:ln>
            <a:solidFill>
              <a:srgbClr val="E96D2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76" name="文本框 675"/>
          <p:cNvSpPr txBox="1"/>
          <p:nvPr/>
        </p:nvSpPr>
        <p:spPr>
          <a:xfrm>
            <a:off x="6579235" y="2317750"/>
            <a:ext cx="828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</a:rPr>
              <a:t>Point Cloud history</a:t>
            </a:r>
            <a:endParaRPr lang="en-US" altLang="zh-CN" sz="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78" name="任意多边形 677"/>
          <p:cNvSpPr/>
          <p:nvPr/>
        </p:nvSpPr>
        <p:spPr>
          <a:xfrm>
            <a:off x="8305800" y="1803400"/>
            <a:ext cx="434340" cy="759460"/>
          </a:xfrm>
          <a:custGeom>
            <a:avLst/>
            <a:gdLst>
              <a:gd name="connisteX0" fmla="*/ 0 w 138122"/>
              <a:gd name="connsiteY0" fmla="*/ 60775 h 759697"/>
              <a:gd name="connisteX1" fmla="*/ 62155 w 138122"/>
              <a:gd name="connsiteY1" fmla="*/ 0 h 759697"/>
              <a:gd name="connisteX2" fmla="*/ 75967 w 138122"/>
              <a:gd name="connsiteY2" fmla="*/ 0 h 759697"/>
              <a:gd name="connisteX3" fmla="*/ 138122 w 138122"/>
              <a:gd name="connsiteY3" fmla="*/ 60775 h 759697"/>
              <a:gd name="connisteX4" fmla="*/ 138122 w 138122"/>
              <a:gd name="connsiteY4" fmla="*/ 698922 h 759697"/>
              <a:gd name="connisteX5" fmla="*/ 75967 w 138122"/>
              <a:gd name="connsiteY5" fmla="*/ 759697 h 759697"/>
              <a:gd name="connisteX6" fmla="*/ 62155 w 138122"/>
              <a:gd name="connsiteY6" fmla="*/ 759697 h 759697"/>
              <a:gd name="connisteX7" fmla="*/ 0 w 138122"/>
              <a:gd name="connsiteY7" fmla="*/ 698922 h 759697"/>
              <a:gd name="connisteX8" fmla="*/ 0 w 138122"/>
              <a:gd name="connsiteY8" fmla="*/ 60775 h 7596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38123" h="759698">
                <a:moveTo>
                  <a:pt x="0" y="60776"/>
                </a:moveTo>
                <a:cubicBezTo>
                  <a:pt x="0" y="27210"/>
                  <a:pt x="27828" y="0"/>
                  <a:pt x="62155" y="0"/>
                </a:cubicBezTo>
                <a:lnTo>
                  <a:pt x="75967" y="0"/>
                </a:lnTo>
                <a:cubicBezTo>
                  <a:pt x="110295" y="0"/>
                  <a:pt x="138123" y="27210"/>
                  <a:pt x="138123" y="60776"/>
                </a:cubicBezTo>
                <a:lnTo>
                  <a:pt x="138123" y="698922"/>
                </a:lnTo>
                <a:cubicBezTo>
                  <a:pt x="138123" y="732488"/>
                  <a:pt x="110295" y="759698"/>
                  <a:pt x="75967" y="759698"/>
                </a:cubicBezTo>
                <a:lnTo>
                  <a:pt x="62155" y="759698"/>
                </a:lnTo>
                <a:cubicBezTo>
                  <a:pt x="27828" y="759698"/>
                  <a:pt x="0" y="732488"/>
                  <a:pt x="0" y="698922"/>
                </a:cubicBezTo>
                <a:lnTo>
                  <a:pt x="0" y="60776"/>
                </a:lnTo>
                <a:close/>
              </a:path>
            </a:pathLst>
          </a:custGeom>
          <a:solidFill>
            <a:srgbClr val="DBED9E"/>
          </a:solidFill>
          <a:ln w="6906" cap="flat">
            <a:solidFill>
              <a:srgbClr val="9DAF32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677" name="文本框 676"/>
          <p:cNvSpPr txBox="1"/>
          <p:nvPr/>
        </p:nvSpPr>
        <p:spPr>
          <a:xfrm>
            <a:off x="8246110" y="1950720"/>
            <a:ext cx="621665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00" b="1">
                <a:latin typeface="Times New Roman" panose="02020603050405020304" charset="0"/>
                <a:cs typeface="Times New Roman" panose="02020603050405020304" charset="0"/>
              </a:rPr>
              <a:t>Encoding Condition</a:t>
            </a:r>
            <a:endParaRPr lang="en-US" altLang="zh-CN" sz="7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sz="900" b="1">
                <a:latin typeface="Times New Roman" panose="02020603050405020304" charset="0"/>
                <a:cs typeface="Times New Roman" panose="02020603050405020304" charset="0"/>
              </a:rPr>
              <a:t>  576-D</a:t>
            </a:r>
            <a:endParaRPr lang="en-US" altLang="zh-CN" sz="9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80" name="曲线连接符 679"/>
          <p:cNvCxnSpPr/>
          <p:nvPr/>
        </p:nvCxnSpPr>
        <p:spPr>
          <a:xfrm rot="16200000" flipH="1">
            <a:off x="10036175" y="1075690"/>
            <a:ext cx="3175" cy="1767840"/>
          </a:xfrm>
          <a:prstGeom prst="curvedConnector3">
            <a:avLst>
              <a:gd name="adj1" fmla="val -5750000"/>
            </a:avLst>
          </a:prstGeom>
          <a:ln w="12700" cmpd="sng">
            <a:solidFill>
              <a:schemeClr val="bg1">
                <a:lumMod val="50000"/>
              </a:schemeClr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1" name="文本框 680"/>
          <p:cNvSpPr txBox="1"/>
          <p:nvPr/>
        </p:nvSpPr>
        <p:spPr>
          <a:xfrm>
            <a:off x="6729730" y="1148715"/>
            <a:ext cx="4184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s(τ-2</a:t>
            </a: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82" name="文本框 681"/>
          <p:cNvSpPr txBox="1"/>
          <p:nvPr/>
        </p:nvSpPr>
        <p:spPr>
          <a:xfrm>
            <a:off x="6729730" y="1400175"/>
            <a:ext cx="4184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s(τ-1</a:t>
            </a: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83" name="文本框 682"/>
          <p:cNvSpPr txBox="1"/>
          <p:nvPr/>
        </p:nvSpPr>
        <p:spPr>
          <a:xfrm>
            <a:off x="6769735" y="1659890"/>
            <a:ext cx="4184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s(τ</a:t>
            </a: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688" name="肘形连接符 687"/>
          <p:cNvCxnSpPr/>
          <p:nvPr/>
        </p:nvCxnSpPr>
        <p:spPr>
          <a:xfrm>
            <a:off x="7059295" y="1256030"/>
            <a:ext cx="3175" cy="251460"/>
          </a:xfrm>
          <a:prstGeom prst="bentConnector3">
            <a:avLst>
              <a:gd name="adj1" fmla="val 5180000"/>
            </a:avLst>
          </a:prstGeom>
          <a:ln w="158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9" name="肘形连接符 688"/>
          <p:cNvCxnSpPr/>
          <p:nvPr/>
        </p:nvCxnSpPr>
        <p:spPr>
          <a:xfrm>
            <a:off x="7059295" y="1507490"/>
            <a:ext cx="3175" cy="251460"/>
          </a:xfrm>
          <a:prstGeom prst="bentConnector3">
            <a:avLst>
              <a:gd name="adj1" fmla="val 5180000"/>
            </a:avLst>
          </a:prstGeom>
          <a:ln w="158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1" name="直接箭头连接符 690"/>
          <p:cNvCxnSpPr/>
          <p:nvPr/>
        </p:nvCxnSpPr>
        <p:spPr>
          <a:xfrm>
            <a:off x="7068820" y="1504315"/>
            <a:ext cx="285750" cy="0"/>
          </a:xfrm>
          <a:prstGeom prst="straightConnector1">
            <a:avLst/>
          </a:prstGeom>
          <a:ln w="15875">
            <a:tailEnd type="triangle" w="sm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2" name="文本框 691"/>
          <p:cNvSpPr txBox="1"/>
          <p:nvPr/>
        </p:nvSpPr>
        <p:spPr>
          <a:xfrm>
            <a:off x="9106535" y="3364230"/>
            <a:ext cx="938530" cy="221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50">
                <a:latin typeface="Times New Roman" panose="02020603050405020304" charset="0"/>
                <a:cs typeface="Times New Roman" panose="02020603050405020304" charset="0"/>
                <a:sym typeface="+mn-ea"/>
              </a:rPr>
              <a:t>DDIM transition</a:t>
            </a:r>
            <a:endParaRPr lang="en-US" altLang="zh-CN" sz="85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93" name="文本框 692"/>
          <p:cNvSpPr txBox="1"/>
          <p:nvPr/>
        </p:nvSpPr>
        <p:spPr>
          <a:xfrm>
            <a:off x="8246745" y="3358515"/>
            <a:ext cx="789940" cy="221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50">
                <a:latin typeface="Times New Roman" panose="02020603050405020304" charset="0"/>
                <a:cs typeface="Times New Roman" panose="02020603050405020304" charset="0"/>
                <a:sym typeface="+mn-ea"/>
              </a:rPr>
              <a:t>X</a:t>
            </a:r>
            <a:r>
              <a:rPr lang="en-US" altLang="zh-CN" sz="85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0</a:t>
            </a:r>
            <a:r>
              <a:rPr lang="en-US" altLang="zh-CN" sz="850">
                <a:latin typeface="Times New Roman" panose="02020603050405020304" charset="0"/>
                <a:cs typeface="Times New Roman" panose="02020603050405020304" charset="0"/>
                <a:sym typeface="+mn-ea"/>
              </a:rPr>
              <a:t> prediction</a:t>
            </a:r>
            <a:endParaRPr lang="en-US" altLang="zh-CN" sz="85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702" name="肘形连接符 701"/>
          <p:cNvCxnSpPr/>
          <p:nvPr/>
        </p:nvCxnSpPr>
        <p:spPr>
          <a:xfrm rot="5400000" flipV="1">
            <a:off x="10718800" y="4010025"/>
            <a:ext cx="1236980" cy="13970"/>
          </a:xfrm>
          <a:prstGeom prst="bentConnector4">
            <a:avLst>
              <a:gd name="adj1" fmla="val 513"/>
              <a:gd name="adj2" fmla="val 1559090"/>
            </a:avLst>
          </a:prstGeom>
          <a:ln w="25400"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15" name="组合 714"/>
          <p:cNvGrpSpPr/>
          <p:nvPr/>
        </p:nvGrpSpPr>
        <p:grpSpPr>
          <a:xfrm>
            <a:off x="447040" y="504825"/>
            <a:ext cx="3418840" cy="3376930"/>
            <a:chOff x="866" y="795"/>
            <a:chExt cx="5384" cy="5318"/>
          </a:xfrm>
        </p:grpSpPr>
        <p:sp>
          <p:nvSpPr>
            <p:cNvPr id="11" name="任意多边形 10"/>
            <p:cNvSpPr/>
            <p:nvPr/>
          </p:nvSpPr>
          <p:spPr>
            <a:xfrm>
              <a:off x="866" y="795"/>
              <a:ext cx="5384" cy="5318"/>
            </a:xfrm>
            <a:custGeom>
              <a:avLst/>
              <a:gdLst>
                <a:gd name="connisteX0" fmla="*/ 0 w 3418532"/>
                <a:gd name="connsiteY0" fmla="*/ 168860 h 3377202"/>
                <a:gd name="connisteX1" fmla="*/ 170926 w 3418532"/>
                <a:gd name="connsiteY1" fmla="*/ 0 h 3377202"/>
                <a:gd name="connisteX2" fmla="*/ 3247605 w 3418532"/>
                <a:gd name="connsiteY2" fmla="*/ 0 h 3377202"/>
                <a:gd name="connisteX3" fmla="*/ 3418532 w 3418532"/>
                <a:gd name="connsiteY3" fmla="*/ 168860 h 3377202"/>
                <a:gd name="connisteX4" fmla="*/ 3418532 w 3418532"/>
                <a:gd name="connsiteY4" fmla="*/ 3208342 h 3377202"/>
                <a:gd name="connisteX5" fmla="*/ 3247605 w 3418532"/>
                <a:gd name="connsiteY5" fmla="*/ 3377202 h 3377202"/>
                <a:gd name="connisteX6" fmla="*/ 170926 w 3418532"/>
                <a:gd name="connsiteY6" fmla="*/ 3377202 h 3377202"/>
                <a:gd name="connisteX7" fmla="*/ 0 w 3418532"/>
                <a:gd name="connsiteY7" fmla="*/ 3208342 h 3377202"/>
                <a:gd name="connisteX8" fmla="*/ 0 w 3418532"/>
                <a:gd name="connsiteY8" fmla="*/ 168860 h 337720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3418532" h="3377202">
                  <a:moveTo>
                    <a:pt x="0" y="168860"/>
                  </a:moveTo>
                  <a:cubicBezTo>
                    <a:pt x="0" y="75601"/>
                    <a:pt x="76526" y="0"/>
                    <a:pt x="170927" y="0"/>
                  </a:cubicBezTo>
                  <a:lnTo>
                    <a:pt x="3247606" y="0"/>
                  </a:lnTo>
                  <a:cubicBezTo>
                    <a:pt x="3342006" y="0"/>
                    <a:pt x="3418532" y="75601"/>
                    <a:pt x="3418532" y="168860"/>
                  </a:cubicBezTo>
                  <a:lnTo>
                    <a:pt x="3418532" y="3208342"/>
                  </a:lnTo>
                  <a:cubicBezTo>
                    <a:pt x="3418532" y="3301601"/>
                    <a:pt x="3342006" y="3377202"/>
                    <a:pt x="3247606" y="3377202"/>
                  </a:cubicBezTo>
                  <a:lnTo>
                    <a:pt x="170927" y="3377202"/>
                  </a:lnTo>
                  <a:cubicBezTo>
                    <a:pt x="76526" y="3377202"/>
                    <a:pt x="0" y="3301601"/>
                    <a:pt x="0" y="3208342"/>
                  </a:cubicBezTo>
                  <a:lnTo>
                    <a:pt x="0" y="168860"/>
                  </a:lnTo>
                  <a:close/>
                </a:path>
              </a:pathLst>
            </a:custGeom>
            <a:gradFill>
              <a:gsLst>
                <a:gs pos="0">
                  <a:srgbClr val="EDF7F3">
                    <a:alpha val="100000"/>
                  </a:srgbClr>
                </a:gs>
                <a:gs pos="100000">
                  <a:srgbClr val="E8F2EE">
                    <a:alpha val="100000"/>
                  </a:srgbClr>
                </a:gs>
              </a:gsLst>
              <a:lin ang="5400000" scaled="0"/>
            </a:gradFill>
            <a:ln w="13812" cap="flat">
              <a:solidFill>
                <a:srgbClr val="74AA9D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1062" y="871"/>
              <a:ext cx="4949" cy="381"/>
            </a:xfrm>
            <a:custGeom>
              <a:avLst/>
              <a:gdLst>
                <a:gd name="connisteX0" fmla="*/ 0 w 3142287"/>
                <a:gd name="connsiteY0" fmla="*/ 0 h 241722"/>
                <a:gd name="connisteX1" fmla="*/ 3142287 w 3142287"/>
                <a:gd name="connsiteY1" fmla="*/ 0 h 241722"/>
                <a:gd name="connisteX2" fmla="*/ 3142287 w 3142287"/>
                <a:gd name="connsiteY2" fmla="*/ 241722 h 241722"/>
                <a:gd name="connisteX3" fmla="*/ 0 w 3142287"/>
                <a:gd name="connsiteY3" fmla="*/ 241722 h 241722"/>
                <a:gd name="connisteX4" fmla="*/ 0 w 3142287"/>
                <a:gd name="connsiteY4" fmla="*/ 0 h 2417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142287" h="241722">
                  <a:moveTo>
                    <a:pt x="0" y="0"/>
                  </a:moveTo>
                  <a:lnTo>
                    <a:pt x="3142287" y="0"/>
                  </a:lnTo>
                  <a:lnTo>
                    <a:pt x="3142287" y="241722"/>
                  </a:lnTo>
                  <a:lnTo>
                    <a:pt x="0" y="24172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051" y="871"/>
              <a:ext cx="4970" cy="487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15" name="任意多边形 14"/>
            <p:cNvSpPr/>
            <p:nvPr/>
          </p:nvSpPr>
          <p:spPr>
            <a:xfrm>
              <a:off x="1002" y="1344"/>
              <a:ext cx="2404" cy="2208"/>
            </a:xfrm>
            <a:custGeom>
              <a:avLst/>
              <a:gdLst>
                <a:gd name="connisteX0" fmla="*/ 0 w 1526253"/>
                <a:gd name="connsiteY0" fmla="*/ 77109 h 1401987"/>
                <a:gd name="connisteX1" fmla="*/ 76312 w 1526253"/>
                <a:gd name="connsiteY1" fmla="*/ 0 h 1401987"/>
                <a:gd name="connisteX2" fmla="*/ 1449941 w 1526253"/>
                <a:gd name="connsiteY2" fmla="*/ 0 h 1401987"/>
                <a:gd name="connisteX3" fmla="*/ 1526253 w 1526253"/>
                <a:gd name="connsiteY3" fmla="*/ 77109 h 1401987"/>
                <a:gd name="connisteX4" fmla="*/ 1526253 w 1526253"/>
                <a:gd name="connsiteY4" fmla="*/ 1324878 h 1401987"/>
                <a:gd name="connisteX5" fmla="*/ 1449941 w 1526253"/>
                <a:gd name="connsiteY5" fmla="*/ 1401987 h 1401987"/>
                <a:gd name="connisteX6" fmla="*/ 76312 w 1526253"/>
                <a:gd name="connsiteY6" fmla="*/ 1401987 h 1401987"/>
                <a:gd name="connisteX7" fmla="*/ 0 w 1526253"/>
                <a:gd name="connsiteY7" fmla="*/ 1324878 h 1401987"/>
                <a:gd name="connisteX8" fmla="*/ 0 w 1526253"/>
                <a:gd name="connsiteY8" fmla="*/ 77109 h 140198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526254" h="1401988">
                  <a:moveTo>
                    <a:pt x="0" y="77109"/>
                  </a:moveTo>
                  <a:cubicBezTo>
                    <a:pt x="0" y="34523"/>
                    <a:pt x="34166" y="0"/>
                    <a:pt x="76313" y="0"/>
                  </a:cubicBezTo>
                  <a:lnTo>
                    <a:pt x="1449941" y="0"/>
                  </a:lnTo>
                  <a:cubicBezTo>
                    <a:pt x="1492087" y="0"/>
                    <a:pt x="1526254" y="34523"/>
                    <a:pt x="1526254" y="77109"/>
                  </a:cubicBezTo>
                  <a:lnTo>
                    <a:pt x="1526254" y="1324879"/>
                  </a:lnTo>
                  <a:cubicBezTo>
                    <a:pt x="1526254" y="1367465"/>
                    <a:pt x="1492087" y="1401988"/>
                    <a:pt x="1449941" y="1401988"/>
                  </a:cubicBezTo>
                  <a:lnTo>
                    <a:pt x="76313" y="1401988"/>
                  </a:lnTo>
                  <a:cubicBezTo>
                    <a:pt x="34166" y="1401988"/>
                    <a:pt x="0" y="1367465"/>
                    <a:pt x="0" y="1324879"/>
                  </a:cubicBezTo>
                  <a:lnTo>
                    <a:pt x="0" y="77109"/>
                  </a:lnTo>
                  <a:close/>
                </a:path>
              </a:pathLst>
            </a:custGeom>
            <a:solidFill>
              <a:srgbClr val="F6FCFA"/>
            </a:solidFill>
            <a:ln w="5525" cap="flat">
              <a:solidFill>
                <a:srgbClr val="8BAEAC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3493" y="1344"/>
              <a:ext cx="2610" cy="2208"/>
            </a:xfrm>
            <a:custGeom>
              <a:avLst/>
              <a:gdLst>
                <a:gd name="connisteX0" fmla="*/ 0 w 1657470"/>
                <a:gd name="connsiteY0" fmla="*/ 77109 h 1401987"/>
                <a:gd name="connisteX1" fmla="*/ 82873 w 1657470"/>
                <a:gd name="connsiteY1" fmla="*/ 0 h 1401987"/>
                <a:gd name="connisteX2" fmla="*/ 1574596 w 1657470"/>
                <a:gd name="connsiteY2" fmla="*/ 0 h 1401987"/>
                <a:gd name="connisteX3" fmla="*/ 1657470 w 1657470"/>
                <a:gd name="connsiteY3" fmla="*/ 77109 h 1401987"/>
                <a:gd name="connisteX4" fmla="*/ 1657470 w 1657470"/>
                <a:gd name="connsiteY4" fmla="*/ 1324878 h 1401987"/>
                <a:gd name="connisteX5" fmla="*/ 1574596 w 1657470"/>
                <a:gd name="connsiteY5" fmla="*/ 1401987 h 1401987"/>
                <a:gd name="connisteX6" fmla="*/ 82873 w 1657470"/>
                <a:gd name="connsiteY6" fmla="*/ 1401987 h 1401987"/>
                <a:gd name="connisteX7" fmla="*/ 0 w 1657470"/>
                <a:gd name="connsiteY7" fmla="*/ 1324878 h 1401987"/>
                <a:gd name="connisteX8" fmla="*/ 0 w 1657470"/>
                <a:gd name="connsiteY8" fmla="*/ 77109 h 140198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657470" h="1401988">
                  <a:moveTo>
                    <a:pt x="0" y="77109"/>
                  </a:moveTo>
                  <a:cubicBezTo>
                    <a:pt x="0" y="34523"/>
                    <a:pt x="37104" y="0"/>
                    <a:pt x="82874" y="0"/>
                  </a:cubicBezTo>
                  <a:lnTo>
                    <a:pt x="1574597" y="0"/>
                  </a:lnTo>
                  <a:cubicBezTo>
                    <a:pt x="1620366" y="0"/>
                    <a:pt x="1657470" y="34523"/>
                    <a:pt x="1657470" y="77109"/>
                  </a:cubicBezTo>
                  <a:lnTo>
                    <a:pt x="1657470" y="1324879"/>
                  </a:lnTo>
                  <a:cubicBezTo>
                    <a:pt x="1657470" y="1367465"/>
                    <a:pt x="1620366" y="1401988"/>
                    <a:pt x="1574597" y="1401988"/>
                  </a:cubicBezTo>
                  <a:lnTo>
                    <a:pt x="82874" y="1401988"/>
                  </a:lnTo>
                  <a:cubicBezTo>
                    <a:pt x="37104" y="1401988"/>
                    <a:pt x="0" y="1367465"/>
                    <a:pt x="0" y="1324879"/>
                  </a:cubicBezTo>
                  <a:lnTo>
                    <a:pt x="0" y="77109"/>
                  </a:lnTo>
                  <a:close/>
                </a:path>
              </a:pathLst>
            </a:custGeom>
            <a:solidFill>
              <a:srgbClr val="F6FCFA"/>
            </a:solidFill>
            <a:ln w="5525" cap="flat">
              <a:solidFill>
                <a:srgbClr val="8BAEAC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1002" y="3650"/>
              <a:ext cx="2404" cy="2349"/>
            </a:xfrm>
            <a:custGeom>
              <a:avLst/>
              <a:gdLst>
                <a:gd name="connisteX0" fmla="*/ 0 w 1526253"/>
                <a:gd name="connsiteY0" fmla="*/ 82047 h 1491770"/>
                <a:gd name="connisteX1" fmla="*/ 76312 w 1526253"/>
                <a:gd name="connsiteY1" fmla="*/ 0 h 1491770"/>
                <a:gd name="connisteX2" fmla="*/ 1449941 w 1526253"/>
                <a:gd name="connsiteY2" fmla="*/ 0 h 1491770"/>
                <a:gd name="connisteX3" fmla="*/ 1526253 w 1526253"/>
                <a:gd name="connsiteY3" fmla="*/ 82047 h 1491770"/>
                <a:gd name="connisteX4" fmla="*/ 1526253 w 1526253"/>
                <a:gd name="connsiteY4" fmla="*/ 1409723 h 1491770"/>
                <a:gd name="connisteX5" fmla="*/ 1449941 w 1526253"/>
                <a:gd name="connsiteY5" fmla="*/ 1491770 h 1491770"/>
                <a:gd name="connisteX6" fmla="*/ 76312 w 1526253"/>
                <a:gd name="connsiteY6" fmla="*/ 1491770 h 1491770"/>
                <a:gd name="connisteX7" fmla="*/ 0 w 1526253"/>
                <a:gd name="connsiteY7" fmla="*/ 1409723 h 1491770"/>
                <a:gd name="connisteX8" fmla="*/ 0 w 1526253"/>
                <a:gd name="connsiteY8" fmla="*/ 82047 h 149177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526254" h="1491770">
                  <a:moveTo>
                    <a:pt x="0" y="82047"/>
                  </a:moveTo>
                  <a:cubicBezTo>
                    <a:pt x="0" y="36734"/>
                    <a:pt x="34166" y="0"/>
                    <a:pt x="76313" y="0"/>
                  </a:cubicBezTo>
                  <a:lnTo>
                    <a:pt x="1449941" y="0"/>
                  </a:lnTo>
                  <a:cubicBezTo>
                    <a:pt x="1492087" y="0"/>
                    <a:pt x="1526254" y="36734"/>
                    <a:pt x="1526254" y="82047"/>
                  </a:cubicBezTo>
                  <a:lnTo>
                    <a:pt x="1526254" y="1409723"/>
                  </a:lnTo>
                  <a:cubicBezTo>
                    <a:pt x="1526254" y="1455037"/>
                    <a:pt x="1492087" y="1491770"/>
                    <a:pt x="1449941" y="1491770"/>
                  </a:cubicBezTo>
                  <a:lnTo>
                    <a:pt x="76313" y="1491770"/>
                  </a:lnTo>
                  <a:cubicBezTo>
                    <a:pt x="34166" y="1491770"/>
                    <a:pt x="0" y="1455037"/>
                    <a:pt x="0" y="1409723"/>
                  </a:cubicBezTo>
                  <a:lnTo>
                    <a:pt x="0" y="82047"/>
                  </a:lnTo>
                  <a:close/>
                </a:path>
              </a:pathLst>
            </a:custGeom>
            <a:solidFill>
              <a:srgbClr val="F6FCFA"/>
            </a:solidFill>
            <a:ln w="5525" cap="flat">
              <a:solidFill>
                <a:srgbClr val="8BAEAC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3493" y="3650"/>
              <a:ext cx="2610" cy="2349"/>
            </a:xfrm>
            <a:custGeom>
              <a:avLst/>
              <a:gdLst>
                <a:gd name="connisteX0" fmla="*/ 0 w 1657470"/>
                <a:gd name="connsiteY0" fmla="*/ 82047 h 1491770"/>
                <a:gd name="connisteX1" fmla="*/ 82873 w 1657470"/>
                <a:gd name="connsiteY1" fmla="*/ 0 h 1491770"/>
                <a:gd name="connisteX2" fmla="*/ 1574596 w 1657470"/>
                <a:gd name="connsiteY2" fmla="*/ 0 h 1491770"/>
                <a:gd name="connisteX3" fmla="*/ 1657470 w 1657470"/>
                <a:gd name="connsiteY3" fmla="*/ 82047 h 1491770"/>
                <a:gd name="connisteX4" fmla="*/ 1657470 w 1657470"/>
                <a:gd name="connsiteY4" fmla="*/ 1409723 h 1491770"/>
                <a:gd name="connisteX5" fmla="*/ 1574596 w 1657470"/>
                <a:gd name="connsiteY5" fmla="*/ 1491770 h 1491770"/>
                <a:gd name="connisteX6" fmla="*/ 82873 w 1657470"/>
                <a:gd name="connsiteY6" fmla="*/ 1491770 h 1491770"/>
                <a:gd name="connisteX7" fmla="*/ 0 w 1657470"/>
                <a:gd name="connsiteY7" fmla="*/ 1409723 h 1491770"/>
                <a:gd name="connisteX8" fmla="*/ 0 w 1657470"/>
                <a:gd name="connsiteY8" fmla="*/ 82047 h 149177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657470" h="1491770">
                  <a:moveTo>
                    <a:pt x="0" y="82047"/>
                  </a:moveTo>
                  <a:cubicBezTo>
                    <a:pt x="0" y="36734"/>
                    <a:pt x="37104" y="0"/>
                    <a:pt x="82874" y="0"/>
                  </a:cubicBezTo>
                  <a:lnTo>
                    <a:pt x="1574597" y="0"/>
                  </a:lnTo>
                  <a:cubicBezTo>
                    <a:pt x="1620366" y="0"/>
                    <a:pt x="1657470" y="36734"/>
                    <a:pt x="1657470" y="82047"/>
                  </a:cubicBezTo>
                  <a:lnTo>
                    <a:pt x="1657470" y="1409723"/>
                  </a:lnTo>
                  <a:cubicBezTo>
                    <a:pt x="1657470" y="1455037"/>
                    <a:pt x="1620366" y="1491770"/>
                    <a:pt x="1574597" y="1491770"/>
                  </a:cubicBezTo>
                  <a:lnTo>
                    <a:pt x="82874" y="1491770"/>
                  </a:lnTo>
                  <a:cubicBezTo>
                    <a:pt x="37104" y="1491770"/>
                    <a:pt x="0" y="1455037"/>
                    <a:pt x="0" y="1409723"/>
                  </a:cubicBezTo>
                  <a:lnTo>
                    <a:pt x="0" y="82047"/>
                  </a:lnTo>
                  <a:close/>
                </a:path>
              </a:pathLst>
            </a:custGeom>
            <a:solidFill>
              <a:srgbClr val="F6FCFA"/>
            </a:solidFill>
            <a:ln w="5525" cap="flat">
              <a:solidFill>
                <a:srgbClr val="8BAEAC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1106" y="1709"/>
              <a:ext cx="2197" cy="1751"/>
            </a:xfrm>
            <a:custGeom>
              <a:avLst/>
              <a:gdLst>
                <a:gd name="connisteX0" fmla="*/ 0 w 1395037"/>
                <a:gd name="connsiteY0" fmla="*/ 77834 h 1111921"/>
                <a:gd name="connisteX1" fmla="*/ 76727 w 1395037"/>
                <a:gd name="connsiteY1" fmla="*/ 0 h 1111921"/>
                <a:gd name="connisteX2" fmla="*/ 1318310 w 1395037"/>
                <a:gd name="connsiteY2" fmla="*/ 0 h 1111921"/>
                <a:gd name="connisteX3" fmla="*/ 1395037 w 1395037"/>
                <a:gd name="connsiteY3" fmla="*/ 77834 h 1111921"/>
                <a:gd name="connisteX4" fmla="*/ 1395037 w 1395037"/>
                <a:gd name="connsiteY4" fmla="*/ 1034086 h 1111921"/>
                <a:gd name="connisteX5" fmla="*/ 1318310 w 1395037"/>
                <a:gd name="connsiteY5" fmla="*/ 1111921 h 1111921"/>
                <a:gd name="connisteX6" fmla="*/ 76727 w 1395037"/>
                <a:gd name="connsiteY6" fmla="*/ 1111921 h 1111921"/>
                <a:gd name="connisteX7" fmla="*/ 0 w 1395037"/>
                <a:gd name="connsiteY7" fmla="*/ 1034086 h 1111921"/>
                <a:gd name="connisteX8" fmla="*/ 0 w 1395037"/>
                <a:gd name="connsiteY8" fmla="*/ 77834 h 111192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395037" h="1111921">
                  <a:moveTo>
                    <a:pt x="0" y="77835"/>
                  </a:moveTo>
                  <a:cubicBezTo>
                    <a:pt x="0" y="34848"/>
                    <a:pt x="34352" y="0"/>
                    <a:pt x="76727" y="0"/>
                  </a:cubicBezTo>
                  <a:lnTo>
                    <a:pt x="1318310" y="0"/>
                  </a:lnTo>
                  <a:cubicBezTo>
                    <a:pt x="1360685" y="0"/>
                    <a:pt x="1395037" y="34848"/>
                    <a:pt x="1395037" y="77835"/>
                  </a:cubicBezTo>
                  <a:lnTo>
                    <a:pt x="1395037" y="1034087"/>
                  </a:lnTo>
                  <a:cubicBezTo>
                    <a:pt x="1395037" y="1077074"/>
                    <a:pt x="1360685" y="1111921"/>
                    <a:pt x="1318310" y="1111921"/>
                  </a:cubicBezTo>
                  <a:lnTo>
                    <a:pt x="76727" y="1111921"/>
                  </a:lnTo>
                  <a:cubicBezTo>
                    <a:pt x="34352" y="1111921"/>
                    <a:pt x="0" y="1077074"/>
                    <a:pt x="0" y="1034087"/>
                  </a:cubicBezTo>
                  <a:lnTo>
                    <a:pt x="0" y="778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3574" y="1698"/>
              <a:ext cx="2415" cy="1772"/>
            </a:xfrm>
            <a:custGeom>
              <a:avLst/>
              <a:gdLst>
                <a:gd name="connisteX0" fmla="*/ 0 w 1533159"/>
                <a:gd name="connsiteY0" fmla="*/ 78801 h 1125734"/>
                <a:gd name="connisteX1" fmla="*/ 76657 w 1533159"/>
                <a:gd name="connsiteY1" fmla="*/ 0 h 1125734"/>
                <a:gd name="connisteX2" fmla="*/ 1456501 w 1533159"/>
                <a:gd name="connsiteY2" fmla="*/ 0 h 1125734"/>
                <a:gd name="connisteX3" fmla="*/ 1533159 w 1533159"/>
                <a:gd name="connsiteY3" fmla="*/ 78801 h 1125734"/>
                <a:gd name="connisteX4" fmla="*/ 1533159 w 1533159"/>
                <a:gd name="connsiteY4" fmla="*/ 1046932 h 1125734"/>
                <a:gd name="connisteX5" fmla="*/ 1456501 w 1533159"/>
                <a:gd name="connsiteY5" fmla="*/ 1125734 h 1125734"/>
                <a:gd name="connisteX6" fmla="*/ 76657 w 1533159"/>
                <a:gd name="connsiteY6" fmla="*/ 1125734 h 1125734"/>
                <a:gd name="connisteX7" fmla="*/ 0 w 1533159"/>
                <a:gd name="connsiteY7" fmla="*/ 1046932 h 1125734"/>
                <a:gd name="connisteX8" fmla="*/ 0 w 1533159"/>
                <a:gd name="connsiteY8" fmla="*/ 78801 h 112573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533160" h="1125734">
                  <a:moveTo>
                    <a:pt x="0" y="78801"/>
                  </a:moveTo>
                  <a:cubicBezTo>
                    <a:pt x="0" y="35281"/>
                    <a:pt x="34321" y="0"/>
                    <a:pt x="76658" y="0"/>
                  </a:cubicBezTo>
                  <a:lnTo>
                    <a:pt x="1456502" y="0"/>
                  </a:lnTo>
                  <a:cubicBezTo>
                    <a:pt x="1498839" y="0"/>
                    <a:pt x="1533160" y="35281"/>
                    <a:pt x="1533160" y="78801"/>
                  </a:cubicBezTo>
                  <a:lnTo>
                    <a:pt x="1533160" y="1046933"/>
                  </a:lnTo>
                  <a:cubicBezTo>
                    <a:pt x="1533160" y="1090454"/>
                    <a:pt x="1498839" y="1125734"/>
                    <a:pt x="1456502" y="1125734"/>
                  </a:cubicBezTo>
                  <a:lnTo>
                    <a:pt x="76658" y="1125734"/>
                  </a:lnTo>
                  <a:cubicBezTo>
                    <a:pt x="34321" y="1125734"/>
                    <a:pt x="0" y="1090454"/>
                    <a:pt x="0" y="1046933"/>
                  </a:cubicBezTo>
                  <a:lnTo>
                    <a:pt x="0" y="788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1106" y="4047"/>
              <a:ext cx="2197" cy="1849"/>
            </a:xfrm>
            <a:custGeom>
              <a:avLst/>
              <a:gdLst>
                <a:gd name="connisteX0" fmla="*/ 0 w 1395037"/>
                <a:gd name="connsiteY0" fmla="*/ 82185 h 1174078"/>
                <a:gd name="connisteX1" fmla="*/ 76727 w 1395037"/>
                <a:gd name="connsiteY1" fmla="*/ 0 h 1174078"/>
                <a:gd name="connisteX2" fmla="*/ 1318310 w 1395037"/>
                <a:gd name="connsiteY2" fmla="*/ 0 h 1174078"/>
                <a:gd name="connisteX3" fmla="*/ 1395037 w 1395037"/>
                <a:gd name="connsiteY3" fmla="*/ 82185 h 1174078"/>
                <a:gd name="connisteX4" fmla="*/ 1395037 w 1395037"/>
                <a:gd name="connsiteY4" fmla="*/ 1091893 h 1174078"/>
                <a:gd name="connisteX5" fmla="*/ 1318310 w 1395037"/>
                <a:gd name="connsiteY5" fmla="*/ 1174078 h 1174078"/>
                <a:gd name="connisteX6" fmla="*/ 76727 w 1395037"/>
                <a:gd name="connsiteY6" fmla="*/ 1174078 h 1174078"/>
                <a:gd name="connisteX7" fmla="*/ 0 w 1395037"/>
                <a:gd name="connsiteY7" fmla="*/ 1091893 h 1174078"/>
                <a:gd name="connisteX8" fmla="*/ 0 w 1395037"/>
                <a:gd name="connsiteY8" fmla="*/ 82185 h 117407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395037" h="1174079">
                  <a:moveTo>
                    <a:pt x="0" y="82185"/>
                  </a:moveTo>
                  <a:cubicBezTo>
                    <a:pt x="0" y="36796"/>
                    <a:pt x="34352" y="0"/>
                    <a:pt x="76727" y="0"/>
                  </a:cubicBezTo>
                  <a:lnTo>
                    <a:pt x="1318310" y="0"/>
                  </a:lnTo>
                  <a:cubicBezTo>
                    <a:pt x="1360685" y="0"/>
                    <a:pt x="1395037" y="36796"/>
                    <a:pt x="1395037" y="82185"/>
                  </a:cubicBezTo>
                  <a:lnTo>
                    <a:pt x="1395037" y="1091893"/>
                  </a:lnTo>
                  <a:cubicBezTo>
                    <a:pt x="1395037" y="1137283"/>
                    <a:pt x="1360685" y="1174079"/>
                    <a:pt x="1318310" y="1174079"/>
                  </a:cubicBezTo>
                  <a:lnTo>
                    <a:pt x="76727" y="1174079"/>
                  </a:lnTo>
                  <a:cubicBezTo>
                    <a:pt x="34352" y="1174079"/>
                    <a:pt x="0" y="1137283"/>
                    <a:pt x="0" y="1091893"/>
                  </a:cubicBezTo>
                  <a:lnTo>
                    <a:pt x="0" y="82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3574" y="4036"/>
              <a:ext cx="2415" cy="1871"/>
            </a:xfrm>
            <a:custGeom>
              <a:avLst/>
              <a:gdLst>
                <a:gd name="connisteX0" fmla="*/ 0 w 1533159"/>
                <a:gd name="connsiteY0" fmla="*/ 77212 h 1187891"/>
                <a:gd name="connisteX1" fmla="*/ 76657 w 1533159"/>
                <a:gd name="connsiteY1" fmla="*/ 0 h 1187891"/>
                <a:gd name="connisteX2" fmla="*/ 1456501 w 1533159"/>
                <a:gd name="connsiteY2" fmla="*/ 0 h 1187891"/>
                <a:gd name="connisteX3" fmla="*/ 1533159 w 1533159"/>
                <a:gd name="connsiteY3" fmla="*/ 77212 h 1187891"/>
                <a:gd name="connisteX4" fmla="*/ 1533159 w 1533159"/>
                <a:gd name="connsiteY4" fmla="*/ 1110678 h 1187891"/>
                <a:gd name="connisteX5" fmla="*/ 1456501 w 1533159"/>
                <a:gd name="connsiteY5" fmla="*/ 1187891 h 1187891"/>
                <a:gd name="connisteX6" fmla="*/ 76657 w 1533159"/>
                <a:gd name="connsiteY6" fmla="*/ 1187891 h 1187891"/>
                <a:gd name="connisteX7" fmla="*/ 0 w 1533159"/>
                <a:gd name="connsiteY7" fmla="*/ 1110678 h 1187891"/>
                <a:gd name="connisteX8" fmla="*/ 0 w 1533159"/>
                <a:gd name="connsiteY8" fmla="*/ 77212 h 11878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533160" h="1187891">
                  <a:moveTo>
                    <a:pt x="0" y="77213"/>
                  </a:moveTo>
                  <a:cubicBezTo>
                    <a:pt x="0" y="34569"/>
                    <a:pt x="34321" y="0"/>
                    <a:pt x="76658" y="0"/>
                  </a:cubicBezTo>
                  <a:lnTo>
                    <a:pt x="1456502" y="0"/>
                  </a:lnTo>
                  <a:cubicBezTo>
                    <a:pt x="1498839" y="0"/>
                    <a:pt x="1533160" y="34569"/>
                    <a:pt x="1533160" y="77213"/>
                  </a:cubicBezTo>
                  <a:lnTo>
                    <a:pt x="1533160" y="1110678"/>
                  </a:lnTo>
                  <a:cubicBezTo>
                    <a:pt x="1533160" y="1153322"/>
                    <a:pt x="1498839" y="1187891"/>
                    <a:pt x="1456502" y="1187891"/>
                  </a:cubicBezTo>
                  <a:lnTo>
                    <a:pt x="76658" y="1187891"/>
                  </a:lnTo>
                  <a:cubicBezTo>
                    <a:pt x="34321" y="1187891"/>
                    <a:pt x="0" y="1153322"/>
                    <a:pt x="0" y="1110678"/>
                  </a:cubicBezTo>
                  <a:lnTo>
                    <a:pt x="0" y="772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1051" y="1382"/>
              <a:ext cx="2306" cy="294"/>
            </a:xfrm>
            <a:custGeom>
              <a:avLst/>
              <a:gdLst>
                <a:gd name="connisteX0" fmla="*/ 0 w 1464098"/>
                <a:gd name="connsiteY0" fmla="*/ 0 h 186471"/>
                <a:gd name="connisteX1" fmla="*/ 1464098 w 1464098"/>
                <a:gd name="connsiteY1" fmla="*/ 0 h 186471"/>
                <a:gd name="connisteX2" fmla="*/ 1464098 w 1464098"/>
                <a:gd name="connsiteY2" fmla="*/ 186471 h 186471"/>
                <a:gd name="connisteX3" fmla="*/ 0 w 1464098"/>
                <a:gd name="connsiteY3" fmla="*/ 186471 h 186471"/>
                <a:gd name="connisteX4" fmla="*/ 0 w 1464098"/>
                <a:gd name="connsiteY4" fmla="*/ 0 h 18647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64099" h="186471">
                  <a:moveTo>
                    <a:pt x="0" y="0"/>
                  </a:moveTo>
                  <a:lnTo>
                    <a:pt x="1464099" y="0"/>
                  </a:lnTo>
                  <a:lnTo>
                    <a:pt x="1464099" y="186471"/>
                  </a:lnTo>
                  <a:lnTo>
                    <a:pt x="0" y="186471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3520" y="1382"/>
              <a:ext cx="2545" cy="294"/>
            </a:xfrm>
            <a:custGeom>
              <a:avLst/>
              <a:gdLst>
                <a:gd name="connisteX0" fmla="*/ 0 w 1616033"/>
                <a:gd name="connsiteY0" fmla="*/ 0 h 186471"/>
                <a:gd name="connisteX1" fmla="*/ 1616033 w 1616033"/>
                <a:gd name="connsiteY1" fmla="*/ 0 h 186471"/>
                <a:gd name="connisteX2" fmla="*/ 1616033 w 1616033"/>
                <a:gd name="connsiteY2" fmla="*/ 186471 h 186471"/>
                <a:gd name="connisteX3" fmla="*/ 0 w 1616033"/>
                <a:gd name="connsiteY3" fmla="*/ 186471 h 186471"/>
                <a:gd name="connisteX4" fmla="*/ 0 w 1616033"/>
                <a:gd name="connsiteY4" fmla="*/ 0 h 18647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616033" h="186471">
                  <a:moveTo>
                    <a:pt x="0" y="0"/>
                  </a:moveTo>
                  <a:lnTo>
                    <a:pt x="1616033" y="0"/>
                  </a:lnTo>
                  <a:lnTo>
                    <a:pt x="1616033" y="186471"/>
                  </a:lnTo>
                  <a:lnTo>
                    <a:pt x="0" y="186471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3509" y="1409"/>
              <a:ext cx="2567" cy="28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29" name="任意多边形 28"/>
            <p:cNvSpPr/>
            <p:nvPr/>
          </p:nvSpPr>
          <p:spPr>
            <a:xfrm>
              <a:off x="1040" y="3710"/>
              <a:ext cx="2317" cy="283"/>
            </a:xfrm>
            <a:custGeom>
              <a:avLst/>
              <a:gdLst>
                <a:gd name="connisteX0" fmla="*/ 0 w 1471004"/>
                <a:gd name="connsiteY0" fmla="*/ 0 h 179564"/>
                <a:gd name="connisteX1" fmla="*/ 1471004 w 1471004"/>
                <a:gd name="connsiteY1" fmla="*/ 0 h 179564"/>
                <a:gd name="connisteX2" fmla="*/ 1471004 w 1471004"/>
                <a:gd name="connsiteY2" fmla="*/ 179564 h 179564"/>
                <a:gd name="connisteX3" fmla="*/ 0 w 1471004"/>
                <a:gd name="connsiteY3" fmla="*/ 179564 h 179564"/>
                <a:gd name="connisteX4" fmla="*/ 0 w 1471004"/>
                <a:gd name="connsiteY4" fmla="*/ 0 h 17956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71005" h="179565">
                  <a:moveTo>
                    <a:pt x="0" y="0"/>
                  </a:moveTo>
                  <a:lnTo>
                    <a:pt x="1471005" y="0"/>
                  </a:lnTo>
                  <a:lnTo>
                    <a:pt x="1471005" y="179565"/>
                  </a:lnTo>
                  <a:lnTo>
                    <a:pt x="0" y="179565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32" name="任意多边形 31"/>
            <p:cNvSpPr/>
            <p:nvPr/>
          </p:nvSpPr>
          <p:spPr>
            <a:xfrm>
              <a:off x="3520" y="3710"/>
              <a:ext cx="2545" cy="283"/>
            </a:xfrm>
            <a:custGeom>
              <a:avLst/>
              <a:gdLst>
                <a:gd name="connisteX0" fmla="*/ 0 w 1616033"/>
                <a:gd name="connsiteY0" fmla="*/ 0 h 179564"/>
                <a:gd name="connisteX1" fmla="*/ 1616033 w 1616033"/>
                <a:gd name="connsiteY1" fmla="*/ 0 h 179564"/>
                <a:gd name="connisteX2" fmla="*/ 1616033 w 1616033"/>
                <a:gd name="connsiteY2" fmla="*/ 179564 h 179564"/>
                <a:gd name="connisteX3" fmla="*/ 0 w 1616033"/>
                <a:gd name="connsiteY3" fmla="*/ 179564 h 179564"/>
                <a:gd name="connisteX4" fmla="*/ 0 w 1616033"/>
                <a:gd name="connsiteY4" fmla="*/ 0 h 17956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616033" h="179565">
                  <a:moveTo>
                    <a:pt x="0" y="0"/>
                  </a:moveTo>
                  <a:lnTo>
                    <a:pt x="1616033" y="0"/>
                  </a:lnTo>
                  <a:lnTo>
                    <a:pt x="1616033" y="179565"/>
                  </a:lnTo>
                  <a:lnTo>
                    <a:pt x="0" y="179565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3509" y="3732"/>
              <a:ext cx="2567" cy="30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55" name="任意多边形 54"/>
            <p:cNvSpPr/>
            <p:nvPr/>
          </p:nvSpPr>
          <p:spPr>
            <a:xfrm>
              <a:off x="4471" y="2230"/>
              <a:ext cx="985" cy="518"/>
            </a:xfrm>
            <a:custGeom>
              <a:avLst/>
              <a:gdLst>
                <a:gd name="connisteX0" fmla="*/ 625487 w 625487"/>
                <a:gd name="connsiteY0" fmla="*/ 0 h 329156"/>
                <a:gd name="connisteX1" fmla="*/ 0 w 625487"/>
                <a:gd name="connsiteY1" fmla="*/ 329156 h 32915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625488" h="329156">
                  <a:moveTo>
                    <a:pt x="625488" y="0"/>
                  </a:moveTo>
                  <a:lnTo>
                    <a:pt x="0" y="329156"/>
                  </a:lnTo>
                </a:path>
              </a:pathLst>
            </a:custGeom>
            <a:noFill/>
            <a:ln w="15884" cap="flat">
              <a:solidFill>
                <a:srgbClr val="1684FF"/>
              </a:solidFill>
              <a:custDash>
                <a:ds d="300000" sp="300000"/>
              </a:custDash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4391" y="2708"/>
              <a:ext cx="101" cy="82"/>
            </a:xfrm>
            <a:custGeom>
              <a:avLst/>
              <a:gdLst>
                <a:gd name="connisteX0" fmla="*/ 0 w 64088"/>
                <a:gd name="connsiteY0" fmla="*/ 52073 h 52073"/>
                <a:gd name="connisteX1" fmla="*/ 37362 w 64088"/>
                <a:gd name="connsiteY1" fmla="*/ 0 h 52073"/>
                <a:gd name="connisteX2" fmla="*/ 64088 w 64088"/>
                <a:gd name="connsiteY2" fmla="*/ 50692 h 52073"/>
                <a:gd name="connisteX3" fmla="*/ 0 w 64088"/>
                <a:gd name="connsiteY3" fmla="*/ 52073 h 5207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64089" h="52074">
                  <a:moveTo>
                    <a:pt x="0" y="52074"/>
                  </a:moveTo>
                  <a:lnTo>
                    <a:pt x="37362" y="0"/>
                  </a:lnTo>
                  <a:lnTo>
                    <a:pt x="64089" y="50693"/>
                  </a:lnTo>
                  <a:lnTo>
                    <a:pt x="0" y="52074"/>
                  </a:lnTo>
                  <a:close/>
                </a:path>
              </a:pathLst>
            </a:custGeom>
            <a:solidFill>
              <a:srgbClr val="1684FF"/>
            </a:solidFill>
            <a:ln w="15884" cap="flat">
              <a:solidFill>
                <a:srgbClr val="1684FF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4510" y="2188"/>
              <a:ext cx="544" cy="316"/>
            </a:xfrm>
            <a:custGeom>
              <a:avLst/>
              <a:gdLst>
                <a:gd name="connisteX0" fmla="*/ 0 w 345306"/>
                <a:gd name="connsiteY0" fmla="*/ 0 h 200283"/>
                <a:gd name="connisteX1" fmla="*/ 345306 w 345306"/>
                <a:gd name="connsiteY1" fmla="*/ 0 h 200283"/>
                <a:gd name="connisteX2" fmla="*/ 345306 w 345306"/>
                <a:gd name="connsiteY2" fmla="*/ 200283 h 200283"/>
                <a:gd name="connisteX3" fmla="*/ 0 w 345306"/>
                <a:gd name="connsiteY3" fmla="*/ 200283 h 200283"/>
                <a:gd name="connisteX4" fmla="*/ 0 w 345306"/>
                <a:gd name="connsiteY4" fmla="*/ 0 h 20028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45306" h="200284">
                  <a:moveTo>
                    <a:pt x="0" y="0"/>
                  </a:moveTo>
                  <a:lnTo>
                    <a:pt x="345306" y="0"/>
                  </a:lnTo>
                  <a:lnTo>
                    <a:pt x="345306" y="200284"/>
                  </a:lnTo>
                  <a:lnTo>
                    <a:pt x="0" y="200284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499" y="2171"/>
              <a:ext cx="565" cy="435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61" name="任意多边形 60"/>
            <p:cNvSpPr/>
            <p:nvPr/>
          </p:nvSpPr>
          <p:spPr>
            <a:xfrm>
              <a:off x="4771" y="2938"/>
              <a:ext cx="1087" cy="380"/>
            </a:xfrm>
            <a:custGeom>
              <a:avLst/>
              <a:gdLst>
                <a:gd name="connisteX0" fmla="*/ 0 w 690612"/>
                <a:gd name="connsiteY0" fmla="*/ 0 h 241722"/>
                <a:gd name="connisteX1" fmla="*/ 690612 w 690612"/>
                <a:gd name="connsiteY1" fmla="*/ 0 h 241722"/>
                <a:gd name="connisteX2" fmla="*/ 690612 w 690612"/>
                <a:gd name="connsiteY2" fmla="*/ 241722 h 241722"/>
                <a:gd name="connisteX3" fmla="*/ 0 w 690612"/>
                <a:gd name="connsiteY3" fmla="*/ 241722 h 241722"/>
                <a:gd name="connisteX4" fmla="*/ 0 w 690612"/>
                <a:gd name="connsiteY4" fmla="*/ 0 h 2417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90613" h="241722">
                  <a:moveTo>
                    <a:pt x="0" y="0"/>
                  </a:moveTo>
                  <a:lnTo>
                    <a:pt x="690613" y="0"/>
                  </a:lnTo>
                  <a:lnTo>
                    <a:pt x="690613" y="241722"/>
                  </a:lnTo>
                  <a:lnTo>
                    <a:pt x="0" y="24172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760" y="2965"/>
              <a:ext cx="1109" cy="410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64" name="任意多边形 63"/>
            <p:cNvSpPr/>
            <p:nvPr/>
          </p:nvSpPr>
          <p:spPr>
            <a:xfrm>
              <a:off x="4156" y="2747"/>
              <a:ext cx="229" cy="229"/>
            </a:xfrm>
            <a:custGeom>
              <a:avLst/>
              <a:gdLst>
                <a:gd name="connisteX0" fmla="*/ 145028 w 145028"/>
                <a:gd name="connsiteY0" fmla="*/ 72516 h 145033"/>
                <a:gd name="connisteX1" fmla="*/ 72514 w 145028"/>
                <a:gd name="connsiteY1" fmla="*/ 145033 h 145033"/>
                <a:gd name="connisteX2" fmla="*/ 0 w 145028"/>
                <a:gd name="connsiteY2" fmla="*/ 72516 h 145033"/>
                <a:gd name="connisteX3" fmla="*/ 72514 w 145028"/>
                <a:gd name="connsiteY3" fmla="*/ 0 h 145033"/>
                <a:gd name="connisteX4" fmla="*/ 145028 w 145028"/>
                <a:gd name="connsiteY4" fmla="*/ 72516 h 14503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5029" h="145033">
                  <a:moveTo>
                    <a:pt x="145029" y="72517"/>
                  </a:moveTo>
                  <a:cubicBezTo>
                    <a:pt x="145029" y="112566"/>
                    <a:pt x="112563" y="145033"/>
                    <a:pt x="72514" y="145033"/>
                  </a:cubicBezTo>
                  <a:cubicBezTo>
                    <a:pt x="32466" y="145033"/>
                    <a:pt x="0" y="112566"/>
                    <a:pt x="0" y="72517"/>
                  </a:cubicBezTo>
                  <a:cubicBezTo>
                    <a:pt x="0" y="32467"/>
                    <a:pt x="32466" y="0"/>
                    <a:pt x="72514" y="0"/>
                  </a:cubicBezTo>
                  <a:cubicBezTo>
                    <a:pt x="112563" y="0"/>
                    <a:pt x="145029" y="32467"/>
                    <a:pt x="145029" y="72517"/>
                  </a:cubicBezTo>
                  <a:close/>
                </a:path>
              </a:pathLst>
            </a:custGeom>
            <a:solidFill>
              <a:srgbClr val="F99537"/>
            </a:solidFill>
            <a:ln w="6906" cap="flat">
              <a:solidFill>
                <a:srgbClr val="DE8131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4009" y="2481"/>
              <a:ext cx="653" cy="261"/>
            </a:xfrm>
            <a:custGeom>
              <a:avLst/>
              <a:gdLst>
                <a:gd name="connisteX0" fmla="*/ 0 w 414367"/>
                <a:gd name="connsiteY0" fmla="*/ 0 h 165752"/>
                <a:gd name="connisteX1" fmla="*/ 414367 w 414367"/>
                <a:gd name="connsiteY1" fmla="*/ 0 h 165752"/>
                <a:gd name="connisteX2" fmla="*/ 414367 w 414367"/>
                <a:gd name="connsiteY2" fmla="*/ 165752 h 165752"/>
                <a:gd name="connisteX3" fmla="*/ 0 w 414367"/>
                <a:gd name="connsiteY3" fmla="*/ 165752 h 165752"/>
                <a:gd name="connisteX4" fmla="*/ 0 w 414367"/>
                <a:gd name="connsiteY4" fmla="*/ 0 h 1657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14368" h="165752">
                  <a:moveTo>
                    <a:pt x="0" y="0"/>
                  </a:moveTo>
                  <a:lnTo>
                    <a:pt x="414368" y="0"/>
                  </a:lnTo>
                  <a:lnTo>
                    <a:pt x="414368" y="165752"/>
                  </a:lnTo>
                  <a:lnTo>
                    <a:pt x="0" y="16575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66" name="图片 65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3999" y="2492"/>
              <a:ext cx="674" cy="30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68" name="任意多边形 67"/>
            <p:cNvSpPr/>
            <p:nvPr/>
          </p:nvSpPr>
          <p:spPr>
            <a:xfrm>
              <a:off x="2302" y="4036"/>
              <a:ext cx="196" cy="261"/>
            </a:xfrm>
            <a:custGeom>
              <a:avLst/>
              <a:gdLst>
                <a:gd name="connisteX0" fmla="*/ 0 w 124310"/>
                <a:gd name="connsiteY0" fmla="*/ 0 h 165752"/>
                <a:gd name="connisteX1" fmla="*/ 124310 w 124310"/>
                <a:gd name="connsiteY1" fmla="*/ 0 h 165752"/>
                <a:gd name="connisteX2" fmla="*/ 124310 w 124310"/>
                <a:gd name="connsiteY2" fmla="*/ 165752 h 165752"/>
                <a:gd name="connisteX3" fmla="*/ 0 w 124310"/>
                <a:gd name="connsiteY3" fmla="*/ 165752 h 165752"/>
                <a:gd name="connisteX4" fmla="*/ 0 w 124310"/>
                <a:gd name="connsiteY4" fmla="*/ 0 h 1657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24310" h="165752">
                  <a:moveTo>
                    <a:pt x="0" y="0"/>
                  </a:moveTo>
                  <a:lnTo>
                    <a:pt x="124310" y="0"/>
                  </a:lnTo>
                  <a:lnTo>
                    <a:pt x="124310" y="165752"/>
                  </a:lnTo>
                  <a:lnTo>
                    <a:pt x="0" y="16575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69" name="图片 68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2291" y="4052"/>
              <a:ext cx="218" cy="28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71" name="任意多边形 70"/>
            <p:cNvSpPr/>
            <p:nvPr/>
          </p:nvSpPr>
          <p:spPr>
            <a:xfrm>
              <a:off x="2715" y="5136"/>
              <a:ext cx="218" cy="261"/>
            </a:xfrm>
            <a:custGeom>
              <a:avLst/>
              <a:gdLst>
                <a:gd name="connisteX0" fmla="*/ 0 w 138122"/>
                <a:gd name="connsiteY0" fmla="*/ 0 h 165752"/>
                <a:gd name="connisteX1" fmla="*/ 138122 w 138122"/>
                <a:gd name="connsiteY1" fmla="*/ 0 h 165752"/>
                <a:gd name="connisteX2" fmla="*/ 138122 w 138122"/>
                <a:gd name="connsiteY2" fmla="*/ 165752 h 165752"/>
                <a:gd name="connisteX3" fmla="*/ 0 w 138122"/>
                <a:gd name="connsiteY3" fmla="*/ 165752 h 165752"/>
                <a:gd name="connisteX4" fmla="*/ 0 w 138122"/>
                <a:gd name="connsiteY4" fmla="*/ 0 h 1657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38123" h="165752">
                  <a:moveTo>
                    <a:pt x="0" y="0"/>
                  </a:moveTo>
                  <a:lnTo>
                    <a:pt x="138123" y="0"/>
                  </a:lnTo>
                  <a:lnTo>
                    <a:pt x="138123" y="165752"/>
                  </a:lnTo>
                  <a:lnTo>
                    <a:pt x="0" y="16575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72" name="图片 71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2704" y="5151"/>
              <a:ext cx="240" cy="288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74" name="任意多边形 73"/>
            <p:cNvSpPr/>
            <p:nvPr/>
          </p:nvSpPr>
          <p:spPr>
            <a:xfrm>
              <a:off x="1584" y="5200"/>
              <a:ext cx="218" cy="261"/>
            </a:xfrm>
            <a:custGeom>
              <a:avLst/>
              <a:gdLst>
                <a:gd name="connisteX0" fmla="*/ 0 w 138122"/>
                <a:gd name="connsiteY0" fmla="*/ 0 h 165752"/>
                <a:gd name="connisteX1" fmla="*/ 138122 w 138122"/>
                <a:gd name="connsiteY1" fmla="*/ 0 h 165752"/>
                <a:gd name="connisteX2" fmla="*/ 138122 w 138122"/>
                <a:gd name="connsiteY2" fmla="*/ 165752 h 165752"/>
                <a:gd name="connisteX3" fmla="*/ 0 w 138122"/>
                <a:gd name="connsiteY3" fmla="*/ 165752 h 165752"/>
                <a:gd name="connisteX4" fmla="*/ 0 w 138122"/>
                <a:gd name="connsiteY4" fmla="*/ 0 h 1657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38123" h="165752">
                  <a:moveTo>
                    <a:pt x="0" y="0"/>
                  </a:moveTo>
                  <a:lnTo>
                    <a:pt x="138123" y="0"/>
                  </a:lnTo>
                  <a:lnTo>
                    <a:pt x="138123" y="165752"/>
                  </a:lnTo>
                  <a:lnTo>
                    <a:pt x="0" y="16575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75" name="图片 74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573" y="5216"/>
              <a:ext cx="240" cy="288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77" name="任意多边形 76"/>
            <p:cNvSpPr/>
            <p:nvPr/>
          </p:nvSpPr>
          <p:spPr>
            <a:xfrm>
              <a:off x="1127" y="5504"/>
              <a:ext cx="2176" cy="370"/>
            </a:xfrm>
            <a:custGeom>
              <a:avLst/>
              <a:gdLst>
                <a:gd name="connisteX0" fmla="*/ 0 w 1381225"/>
                <a:gd name="connsiteY0" fmla="*/ 0 h 234815"/>
                <a:gd name="connisteX1" fmla="*/ 1381225 w 1381225"/>
                <a:gd name="connsiteY1" fmla="*/ 0 h 234815"/>
                <a:gd name="connisteX2" fmla="*/ 1381225 w 1381225"/>
                <a:gd name="connsiteY2" fmla="*/ 234815 h 234815"/>
                <a:gd name="connisteX3" fmla="*/ 0 w 1381225"/>
                <a:gd name="connsiteY3" fmla="*/ 234815 h 234815"/>
                <a:gd name="connisteX4" fmla="*/ 0 w 1381225"/>
                <a:gd name="connsiteY4" fmla="*/ 0 h 23481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381225" h="234816">
                  <a:moveTo>
                    <a:pt x="0" y="0"/>
                  </a:moveTo>
                  <a:lnTo>
                    <a:pt x="1381225" y="0"/>
                  </a:lnTo>
                  <a:lnTo>
                    <a:pt x="1381225" y="234816"/>
                  </a:lnTo>
                  <a:lnTo>
                    <a:pt x="0" y="234816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78" name="图片 77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117" y="5564"/>
              <a:ext cx="2196" cy="31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80" name="任意多边形 79"/>
            <p:cNvSpPr/>
            <p:nvPr/>
          </p:nvSpPr>
          <p:spPr>
            <a:xfrm>
              <a:off x="4009" y="5635"/>
              <a:ext cx="762" cy="239"/>
            </a:xfrm>
            <a:custGeom>
              <a:avLst/>
              <a:gdLst>
                <a:gd name="connisteX0" fmla="*/ 0 w 483428"/>
                <a:gd name="connsiteY0" fmla="*/ 0 h 151939"/>
                <a:gd name="connisteX1" fmla="*/ 483428 w 483428"/>
                <a:gd name="connsiteY1" fmla="*/ 0 h 151939"/>
                <a:gd name="connisteX2" fmla="*/ 483428 w 483428"/>
                <a:gd name="connsiteY2" fmla="*/ 151939 h 151939"/>
                <a:gd name="connisteX3" fmla="*/ 0 w 483428"/>
                <a:gd name="connsiteY3" fmla="*/ 151939 h 151939"/>
                <a:gd name="connisteX4" fmla="*/ 0 w 483428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83429" h="151940">
                  <a:moveTo>
                    <a:pt x="0" y="0"/>
                  </a:moveTo>
                  <a:lnTo>
                    <a:pt x="483429" y="0"/>
                  </a:lnTo>
                  <a:lnTo>
                    <a:pt x="483429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81" name="图片 80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3999" y="5651"/>
              <a:ext cx="783" cy="264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83" name="任意多边形 82"/>
            <p:cNvSpPr/>
            <p:nvPr/>
          </p:nvSpPr>
          <p:spPr>
            <a:xfrm>
              <a:off x="4847" y="5363"/>
              <a:ext cx="761" cy="239"/>
            </a:xfrm>
            <a:custGeom>
              <a:avLst/>
              <a:gdLst>
                <a:gd name="connisteX0" fmla="*/ 0 w 483428"/>
                <a:gd name="connsiteY0" fmla="*/ 0 h 151939"/>
                <a:gd name="connisteX1" fmla="*/ 483428 w 483428"/>
                <a:gd name="connsiteY1" fmla="*/ 0 h 151939"/>
                <a:gd name="connisteX2" fmla="*/ 483428 w 483428"/>
                <a:gd name="connsiteY2" fmla="*/ 151939 h 151939"/>
                <a:gd name="connisteX3" fmla="*/ 0 w 483428"/>
                <a:gd name="connsiteY3" fmla="*/ 151939 h 151939"/>
                <a:gd name="connisteX4" fmla="*/ 0 w 483428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83429" h="151940">
                  <a:moveTo>
                    <a:pt x="0" y="0"/>
                  </a:moveTo>
                  <a:lnTo>
                    <a:pt x="483429" y="0"/>
                  </a:lnTo>
                  <a:lnTo>
                    <a:pt x="483429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86" name="任意多边形 85"/>
            <p:cNvSpPr/>
            <p:nvPr/>
          </p:nvSpPr>
          <p:spPr>
            <a:xfrm>
              <a:off x="5489" y="5156"/>
              <a:ext cx="435" cy="240"/>
            </a:xfrm>
            <a:custGeom>
              <a:avLst/>
              <a:gdLst>
                <a:gd name="connisteX0" fmla="*/ 0 w 276245"/>
                <a:gd name="connsiteY0" fmla="*/ 0 h 151939"/>
                <a:gd name="connisteX1" fmla="*/ 276245 w 276245"/>
                <a:gd name="connsiteY1" fmla="*/ 0 h 151939"/>
                <a:gd name="connisteX2" fmla="*/ 276245 w 276245"/>
                <a:gd name="connsiteY2" fmla="*/ 151939 h 151939"/>
                <a:gd name="connisteX3" fmla="*/ 0 w 276245"/>
                <a:gd name="connsiteY3" fmla="*/ 151939 h 151939"/>
                <a:gd name="connisteX4" fmla="*/ 0 w 276245"/>
                <a:gd name="connsiteY4" fmla="*/ 0 h 151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76245" h="151940">
                  <a:moveTo>
                    <a:pt x="0" y="0"/>
                  </a:moveTo>
                  <a:lnTo>
                    <a:pt x="276245" y="0"/>
                  </a:lnTo>
                  <a:lnTo>
                    <a:pt x="276245" y="151940"/>
                  </a:lnTo>
                  <a:lnTo>
                    <a:pt x="0" y="15194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596" name="任意多边形 595"/>
            <p:cNvSpPr/>
            <p:nvPr/>
          </p:nvSpPr>
          <p:spPr>
            <a:xfrm>
              <a:off x="2269" y="4321"/>
              <a:ext cx="0" cy="618"/>
            </a:xfrm>
            <a:custGeom>
              <a:avLst/>
              <a:gdLst>
                <a:gd name="connisteX0" fmla="*/ 0 w 0"/>
                <a:gd name="connsiteY0" fmla="*/ 392004 h 392004"/>
                <a:gd name="connisteX1" fmla="*/ 0 w 0"/>
                <a:gd name="connsiteY1" fmla="*/ 0 h 39200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392004">
                  <a:moveTo>
                    <a:pt x="0" y="392004"/>
                  </a:moveTo>
                  <a:lnTo>
                    <a:pt x="0" y="0"/>
                  </a:lnTo>
                </a:path>
              </a:pathLst>
            </a:custGeom>
            <a:noFill/>
            <a:ln w="13812" cap="flat">
              <a:solidFill>
                <a:srgbClr val="4288F3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7" name="任意多边形 596"/>
            <p:cNvSpPr/>
            <p:nvPr/>
          </p:nvSpPr>
          <p:spPr>
            <a:xfrm>
              <a:off x="2226" y="4234"/>
              <a:ext cx="87" cy="87"/>
            </a:xfrm>
            <a:custGeom>
              <a:avLst/>
              <a:gdLst>
                <a:gd name="connisteX0" fmla="*/ 27624 w 55249"/>
                <a:gd name="connsiteY0" fmla="*/ 0 h 55250"/>
                <a:gd name="connisteX1" fmla="*/ 55249 w 55249"/>
                <a:gd name="connsiteY1" fmla="*/ 55250 h 55250"/>
                <a:gd name="connisteX2" fmla="*/ 0 w 55249"/>
                <a:gd name="connsiteY2" fmla="*/ 55250 h 55250"/>
                <a:gd name="connisteX3" fmla="*/ 27624 w 55249"/>
                <a:gd name="connsiteY3" fmla="*/ 0 h 552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55249" h="55251">
                  <a:moveTo>
                    <a:pt x="27625" y="0"/>
                  </a:moveTo>
                  <a:lnTo>
                    <a:pt x="55249" y="55251"/>
                  </a:lnTo>
                  <a:lnTo>
                    <a:pt x="0" y="55251"/>
                  </a:lnTo>
                  <a:lnTo>
                    <a:pt x="27625" y="0"/>
                  </a:lnTo>
                  <a:close/>
                </a:path>
              </a:pathLst>
            </a:custGeom>
            <a:solidFill>
              <a:srgbClr val="4288F3"/>
            </a:solidFill>
            <a:ln w="13812" cap="flat">
              <a:solidFill>
                <a:srgbClr val="4288F3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9" name="任意多边形 598"/>
            <p:cNvSpPr/>
            <p:nvPr/>
          </p:nvSpPr>
          <p:spPr>
            <a:xfrm>
              <a:off x="1893" y="4928"/>
              <a:ext cx="387" cy="273"/>
            </a:xfrm>
            <a:custGeom>
              <a:avLst/>
              <a:gdLst>
                <a:gd name="connisteX0" fmla="*/ 246065 w 246065"/>
                <a:gd name="connsiteY0" fmla="*/ 0 h 173349"/>
                <a:gd name="connisteX1" fmla="*/ 0 w 246065"/>
                <a:gd name="connsiteY1" fmla="*/ 173349 h 1733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46065" h="173349">
                  <a:moveTo>
                    <a:pt x="246065" y="0"/>
                  </a:moveTo>
                  <a:lnTo>
                    <a:pt x="0" y="173349"/>
                  </a:lnTo>
                </a:path>
              </a:pathLst>
            </a:custGeom>
            <a:noFill/>
            <a:ln w="13812" cap="flat">
              <a:solidFill>
                <a:srgbClr val="F3212D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0" name="任意多边形 599"/>
            <p:cNvSpPr/>
            <p:nvPr/>
          </p:nvSpPr>
          <p:spPr>
            <a:xfrm>
              <a:off x="1822" y="5165"/>
              <a:ext cx="96" cy="86"/>
            </a:xfrm>
            <a:custGeom>
              <a:avLst/>
              <a:gdLst>
                <a:gd name="connisteX0" fmla="*/ 0 w 61050"/>
                <a:gd name="connsiteY0" fmla="*/ 54421 h 54421"/>
                <a:gd name="connisteX1" fmla="*/ 29212 w 61050"/>
                <a:gd name="connsiteY1" fmla="*/ 0 h 54421"/>
                <a:gd name="connisteX2" fmla="*/ 61050 w 61050"/>
                <a:gd name="connsiteY2" fmla="*/ 45167 h 54421"/>
                <a:gd name="connisteX3" fmla="*/ 0 w 61050"/>
                <a:gd name="connsiteY3" fmla="*/ 54421 h 5442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61050" h="54422">
                  <a:moveTo>
                    <a:pt x="0" y="54422"/>
                  </a:moveTo>
                  <a:lnTo>
                    <a:pt x="29213" y="0"/>
                  </a:lnTo>
                  <a:lnTo>
                    <a:pt x="61050" y="45167"/>
                  </a:lnTo>
                  <a:lnTo>
                    <a:pt x="0" y="54422"/>
                  </a:lnTo>
                  <a:close/>
                </a:path>
              </a:pathLst>
            </a:custGeom>
            <a:solidFill>
              <a:srgbClr val="F3212D"/>
            </a:solidFill>
            <a:ln w="13812" cap="flat">
              <a:solidFill>
                <a:srgbClr val="F3212D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2" name="任意多边形 601"/>
            <p:cNvSpPr/>
            <p:nvPr/>
          </p:nvSpPr>
          <p:spPr>
            <a:xfrm>
              <a:off x="2280" y="4939"/>
              <a:ext cx="340" cy="205"/>
            </a:xfrm>
            <a:custGeom>
              <a:avLst/>
              <a:gdLst>
                <a:gd name="connisteX0" fmla="*/ 0 w 215747"/>
                <a:gd name="connsiteY0" fmla="*/ 0 h 130184"/>
                <a:gd name="connisteX1" fmla="*/ 215747 w 215747"/>
                <a:gd name="connsiteY1" fmla="*/ 130184 h 13018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15747" h="130185">
                  <a:moveTo>
                    <a:pt x="0" y="0"/>
                  </a:moveTo>
                  <a:lnTo>
                    <a:pt x="215747" y="130185"/>
                  </a:lnTo>
                </a:path>
              </a:pathLst>
            </a:custGeom>
            <a:noFill/>
            <a:ln w="13812" cap="flat">
              <a:solidFill>
                <a:srgbClr val="08983D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3" name="任意多边形 602"/>
            <p:cNvSpPr/>
            <p:nvPr/>
          </p:nvSpPr>
          <p:spPr>
            <a:xfrm>
              <a:off x="2597" y="5106"/>
              <a:ext cx="97" cy="83"/>
            </a:xfrm>
            <a:custGeom>
              <a:avLst/>
              <a:gdLst>
                <a:gd name="connisteX0" fmla="*/ 61602 w 61602"/>
                <a:gd name="connsiteY0" fmla="*/ 52211 h 52211"/>
                <a:gd name="connisteX1" fmla="*/ 0 w 61602"/>
                <a:gd name="connsiteY1" fmla="*/ 47308 h 52211"/>
                <a:gd name="connisteX2" fmla="*/ 28522 w 61602"/>
                <a:gd name="connsiteY2" fmla="*/ 0 h 52211"/>
                <a:gd name="connisteX3" fmla="*/ 61602 w 61602"/>
                <a:gd name="connsiteY3" fmla="*/ 52211 h 5221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61603" h="52212">
                  <a:moveTo>
                    <a:pt x="61603" y="52212"/>
                  </a:moveTo>
                  <a:lnTo>
                    <a:pt x="0" y="47308"/>
                  </a:lnTo>
                  <a:lnTo>
                    <a:pt x="28522" y="0"/>
                  </a:lnTo>
                  <a:lnTo>
                    <a:pt x="61603" y="52212"/>
                  </a:lnTo>
                  <a:close/>
                </a:path>
              </a:pathLst>
            </a:custGeom>
            <a:solidFill>
              <a:srgbClr val="08983D"/>
            </a:solidFill>
            <a:ln w="13812" cap="flat">
              <a:solidFill>
                <a:srgbClr val="08983D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5" name="任意多边形 604"/>
            <p:cNvSpPr/>
            <p:nvPr/>
          </p:nvSpPr>
          <p:spPr>
            <a:xfrm>
              <a:off x="5396" y="1859"/>
              <a:ext cx="0" cy="377"/>
            </a:xfrm>
            <a:custGeom>
              <a:avLst/>
              <a:gdLst>
                <a:gd name="connisteX0" fmla="*/ 0 w 0"/>
                <a:gd name="connsiteY0" fmla="*/ 239650 h 239650"/>
                <a:gd name="connisteX1" fmla="*/ 0 w 0"/>
                <a:gd name="connsiteY1" fmla="*/ 0 h 2396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239650">
                  <a:moveTo>
                    <a:pt x="0" y="239650"/>
                  </a:moveTo>
                  <a:lnTo>
                    <a:pt x="0" y="0"/>
                  </a:lnTo>
                </a:path>
              </a:pathLst>
            </a:custGeom>
            <a:noFill/>
            <a:ln w="17266" cap="flat">
              <a:solidFill>
                <a:srgbClr val="1379FF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6" name="任意多边形 605"/>
            <p:cNvSpPr/>
            <p:nvPr/>
          </p:nvSpPr>
          <p:spPr>
            <a:xfrm>
              <a:off x="5350" y="1766"/>
              <a:ext cx="92" cy="93"/>
            </a:xfrm>
            <a:custGeom>
              <a:avLst/>
              <a:gdLst>
                <a:gd name="connisteX0" fmla="*/ 29351 w 58702"/>
                <a:gd name="connsiteY0" fmla="*/ 0 h 58703"/>
                <a:gd name="connisteX1" fmla="*/ 58702 w 58702"/>
                <a:gd name="connsiteY1" fmla="*/ 58703 h 58703"/>
                <a:gd name="connisteX2" fmla="*/ 0 w 58702"/>
                <a:gd name="connsiteY2" fmla="*/ 58703 h 58703"/>
                <a:gd name="connisteX3" fmla="*/ 29351 w 58702"/>
                <a:gd name="connsiteY3" fmla="*/ 0 h 5870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58702" h="58704">
                  <a:moveTo>
                    <a:pt x="29351" y="0"/>
                  </a:moveTo>
                  <a:lnTo>
                    <a:pt x="58702" y="58704"/>
                  </a:lnTo>
                  <a:lnTo>
                    <a:pt x="0" y="58704"/>
                  </a:lnTo>
                  <a:lnTo>
                    <a:pt x="29351" y="0"/>
                  </a:lnTo>
                  <a:close/>
                </a:path>
              </a:pathLst>
            </a:custGeom>
            <a:solidFill>
              <a:srgbClr val="1379FF"/>
            </a:solidFill>
            <a:ln w="17266" cap="flat">
              <a:solidFill>
                <a:srgbClr val="1379FF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pic>
          <p:nvPicPr>
            <p:cNvPr id="673" name="图片 672" descr="downloaded-image_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693" y="4370"/>
              <a:ext cx="1175" cy="1178"/>
            </a:xfrm>
            <a:prstGeom prst="rect">
              <a:avLst/>
            </a:prstGeom>
          </p:spPr>
        </p:pic>
        <p:pic>
          <p:nvPicPr>
            <p:cNvPr id="672" name="图片 671" descr="downloaded-image_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4836" y="1709"/>
              <a:ext cx="1175" cy="1178"/>
            </a:xfrm>
            <a:prstGeom prst="rect">
              <a:avLst/>
            </a:prstGeom>
          </p:spPr>
        </p:pic>
        <p:sp>
          <p:nvSpPr>
            <p:cNvPr id="674" name="文本框 673"/>
            <p:cNvSpPr txBox="1"/>
            <p:nvPr/>
          </p:nvSpPr>
          <p:spPr>
            <a:xfrm>
              <a:off x="1176" y="1380"/>
              <a:ext cx="214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Local Point Cloud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75" name="文本框 674"/>
            <p:cNvSpPr txBox="1"/>
            <p:nvPr/>
          </p:nvSpPr>
          <p:spPr>
            <a:xfrm>
              <a:off x="1136" y="3700"/>
              <a:ext cx="214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UAV State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704" name="图片 703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236" y="1815"/>
              <a:ext cx="1990" cy="1540"/>
            </a:xfrm>
            <a:prstGeom prst="rect">
              <a:avLst/>
            </a:prstGeom>
          </p:spPr>
        </p:pic>
        <p:pic>
          <p:nvPicPr>
            <p:cNvPr id="705" name="图片 704" descr="exec-e1329ed5-7852-46b2-9725-dbc2686539be(1)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3637" y="4224"/>
              <a:ext cx="2189" cy="1411"/>
            </a:xfrm>
            <a:prstGeom prst="rect">
              <a:avLst/>
            </a:prstGeom>
          </p:spPr>
        </p:pic>
        <p:pic>
          <p:nvPicPr>
            <p:cNvPr id="84" name="图片 83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4836" y="5379"/>
              <a:ext cx="783" cy="264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pic>
          <p:nvPicPr>
            <p:cNvPr id="87" name="图片 86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5478" y="5173"/>
              <a:ext cx="456" cy="263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</p:grpSp>
      <p:pic>
        <p:nvPicPr>
          <p:cNvPr id="707" name="图片 706" descr="exec-e1329ed5-7852-46b2-9725-dbc2686539be(1)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586220" y="2672715"/>
            <a:ext cx="669290" cy="473710"/>
          </a:xfrm>
          <a:prstGeom prst="rect">
            <a:avLst/>
          </a:prstGeom>
        </p:spPr>
      </p:pic>
      <p:pic>
        <p:nvPicPr>
          <p:cNvPr id="665" name="图片 664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870065" y="3048635"/>
            <a:ext cx="448945" cy="128905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pic>
        <p:nvPicPr>
          <p:cNvPr id="664" name="图片 663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603365" y="3128010"/>
            <a:ext cx="454660" cy="153670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pic>
        <p:nvPicPr>
          <p:cNvPr id="666" name="图片 665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058025" y="2963545"/>
            <a:ext cx="272415" cy="157480"/>
          </a:xfrm>
          <a:prstGeom prst="rect">
            <a:avLst/>
          </a:prstGeom>
          <a:extLst>
            <a:ext uri="{05A4C25C-085E-4340-85A3-A553145REGHH}">
              <wpsCustomData:mediainfo xmlns:wpsCustomData="http://www.wps.cn/officeDocument/2013/wpsCustomData" r:link=""/>
            </a:ext>
          </a:extLst>
        </p:spPr>
      </p:pic>
      <p:pic>
        <p:nvPicPr>
          <p:cNvPr id="712" name="图片 711" descr="Drone Vision Through Concrete Maze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037965" y="1362075"/>
            <a:ext cx="2323465" cy="1835785"/>
          </a:xfrm>
          <a:prstGeom prst="rect">
            <a:avLst/>
          </a:prstGeom>
        </p:spPr>
      </p:pic>
      <p:sp>
        <p:nvSpPr>
          <p:cNvPr id="713" name="文本框 712"/>
          <p:cNvSpPr txBox="1"/>
          <p:nvPr/>
        </p:nvSpPr>
        <p:spPr>
          <a:xfrm>
            <a:off x="5783580" y="5903595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r(t+1)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723" name="组合 722"/>
          <p:cNvGrpSpPr/>
          <p:nvPr/>
        </p:nvGrpSpPr>
        <p:grpSpPr>
          <a:xfrm>
            <a:off x="447040" y="4163060"/>
            <a:ext cx="9005570" cy="2583180"/>
            <a:chOff x="866" y="6396"/>
            <a:chExt cx="14182" cy="4068"/>
          </a:xfrm>
        </p:grpSpPr>
        <p:sp>
          <p:nvSpPr>
            <p:cNvPr id="330" name="任意多边形 329"/>
            <p:cNvSpPr/>
            <p:nvPr/>
          </p:nvSpPr>
          <p:spPr>
            <a:xfrm>
              <a:off x="866" y="6396"/>
              <a:ext cx="14182" cy="4068"/>
            </a:xfrm>
            <a:custGeom>
              <a:avLst/>
              <a:gdLst>
                <a:gd name="connisteX0" fmla="*/ 0 w 9005587"/>
                <a:gd name="connsiteY0" fmla="*/ 167893 h 2582972"/>
                <a:gd name="connisteX1" fmla="*/ 135083 w 9005587"/>
                <a:gd name="connsiteY1" fmla="*/ 0 h 2582972"/>
                <a:gd name="connisteX2" fmla="*/ 8870503 w 9005587"/>
                <a:gd name="connsiteY2" fmla="*/ 0 h 2582972"/>
                <a:gd name="connisteX3" fmla="*/ 9005587 w 9005587"/>
                <a:gd name="connsiteY3" fmla="*/ 167893 h 2582972"/>
                <a:gd name="connisteX4" fmla="*/ 9005587 w 9005587"/>
                <a:gd name="connsiteY4" fmla="*/ 2415079 h 2582972"/>
                <a:gd name="connisteX5" fmla="*/ 8870503 w 9005587"/>
                <a:gd name="connsiteY5" fmla="*/ 2582972 h 2582972"/>
                <a:gd name="connisteX6" fmla="*/ 135083 w 9005587"/>
                <a:gd name="connsiteY6" fmla="*/ 2582972 h 2582972"/>
                <a:gd name="connisteX7" fmla="*/ 0 w 9005587"/>
                <a:gd name="connsiteY7" fmla="*/ 2415079 h 2582972"/>
                <a:gd name="connisteX8" fmla="*/ 0 w 9005587"/>
                <a:gd name="connsiteY8" fmla="*/ 167893 h 258297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9005588" h="2582973">
                  <a:moveTo>
                    <a:pt x="0" y="167893"/>
                  </a:moveTo>
                  <a:cubicBezTo>
                    <a:pt x="0" y="75168"/>
                    <a:pt x="60479" y="0"/>
                    <a:pt x="135084" y="0"/>
                  </a:cubicBezTo>
                  <a:lnTo>
                    <a:pt x="8870504" y="0"/>
                  </a:lnTo>
                  <a:cubicBezTo>
                    <a:pt x="8945109" y="0"/>
                    <a:pt x="9005588" y="75168"/>
                    <a:pt x="9005588" y="167893"/>
                  </a:cubicBezTo>
                  <a:lnTo>
                    <a:pt x="9005588" y="2415080"/>
                  </a:lnTo>
                  <a:cubicBezTo>
                    <a:pt x="9005588" y="2507804"/>
                    <a:pt x="8945109" y="2582973"/>
                    <a:pt x="8870504" y="2582973"/>
                  </a:cubicBezTo>
                  <a:lnTo>
                    <a:pt x="135084" y="2582973"/>
                  </a:lnTo>
                  <a:cubicBezTo>
                    <a:pt x="60479" y="2582973"/>
                    <a:pt x="0" y="2507804"/>
                    <a:pt x="0" y="2415080"/>
                  </a:cubicBezTo>
                  <a:lnTo>
                    <a:pt x="0" y="167893"/>
                  </a:lnTo>
                  <a:close/>
                </a:path>
              </a:pathLst>
            </a:custGeom>
            <a:solidFill>
              <a:srgbClr val="FFF7EB"/>
            </a:solidFill>
            <a:ln w="11050" cap="flat">
              <a:solidFill>
                <a:srgbClr val="FFA23E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1" name="任意多边形 330"/>
            <p:cNvSpPr/>
            <p:nvPr/>
          </p:nvSpPr>
          <p:spPr>
            <a:xfrm>
              <a:off x="1160" y="6440"/>
              <a:ext cx="13736" cy="413"/>
            </a:xfrm>
            <a:custGeom>
              <a:avLst/>
              <a:gdLst>
                <a:gd name="connisteX0" fmla="*/ 0 w 8722436"/>
                <a:gd name="connsiteY0" fmla="*/ 0 h 262441"/>
                <a:gd name="connisteX1" fmla="*/ 8722436 w 8722436"/>
                <a:gd name="connsiteY1" fmla="*/ 0 h 262441"/>
                <a:gd name="connisteX2" fmla="*/ 8722436 w 8722436"/>
                <a:gd name="connsiteY2" fmla="*/ 262441 h 262441"/>
                <a:gd name="connisteX3" fmla="*/ 0 w 8722436"/>
                <a:gd name="connsiteY3" fmla="*/ 262441 h 262441"/>
                <a:gd name="connisteX4" fmla="*/ 0 w 8722436"/>
                <a:gd name="connsiteY4" fmla="*/ 0 h 26244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722436" h="262441">
                  <a:moveTo>
                    <a:pt x="0" y="0"/>
                  </a:moveTo>
                  <a:lnTo>
                    <a:pt x="8722436" y="0"/>
                  </a:lnTo>
                  <a:lnTo>
                    <a:pt x="8722436" y="262441"/>
                  </a:lnTo>
                  <a:lnTo>
                    <a:pt x="0" y="262441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32" name="图片 331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1149" y="6445"/>
              <a:ext cx="13758" cy="500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34" name="任意多边形 333"/>
            <p:cNvSpPr/>
            <p:nvPr/>
          </p:nvSpPr>
          <p:spPr>
            <a:xfrm>
              <a:off x="991" y="6902"/>
              <a:ext cx="4373" cy="3393"/>
            </a:xfrm>
            <a:custGeom>
              <a:avLst/>
              <a:gdLst>
                <a:gd name="connisteX0" fmla="*/ 0 w 2776262"/>
                <a:gd name="connsiteY0" fmla="*/ 86191 h 2154779"/>
                <a:gd name="connisteX1" fmla="*/ 83287 w 2776262"/>
                <a:gd name="connsiteY1" fmla="*/ 0 h 2154779"/>
                <a:gd name="connisteX2" fmla="*/ 2692974 w 2776262"/>
                <a:gd name="connsiteY2" fmla="*/ 0 h 2154779"/>
                <a:gd name="connisteX3" fmla="*/ 2776262 w 2776262"/>
                <a:gd name="connsiteY3" fmla="*/ 86191 h 2154779"/>
                <a:gd name="connisteX4" fmla="*/ 2776262 w 2776262"/>
                <a:gd name="connsiteY4" fmla="*/ 2068588 h 2154779"/>
                <a:gd name="connisteX5" fmla="*/ 2692974 w 2776262"/>
                <a:gd name="connsiteY5" fmla="*/ 2154779 h 2154779"/>
                <a:gd name="connisteX6" fmla="*/ 83287 w 2776262"/>
                <a:gd name="connsiteY6" fmla="*/ 2154779 h 2154779"/>
                <a:gd name="connisteX7" fmla="*/ 0 w 2776262"/>
                <a:gd name="connsiteY7" fmla="*/ 2068588 h 2154779"/>
                <a:gd name="connisteX8" fmla="*/ 0 w 2776262"/>
                <a:gd name="connsiteY8" fmla="*/ 86191 h 215477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776262" h="2154779">
                  <a:moveTo>
                    <a:pt x="0" y="86191"/>
                  </a:moveTo>
                  <a:cubicBezTo>
                    <a:pt x="0" y="38589"/>
                    <a:pt x="37289" y="0"/>
                    <a:pt x="83288" y="0"/>
                  </a:cubicBezTo>
                  <a:lnTo>
                    <a:pt x="2692975" y="0"/>
                  </a:lnTo>
                  <a:cubicBezTo>
                    <a:pt x="2738973" y="0"/>
                    <a:pt x="2776262" y="38589"/>
                    <a:pt x="2776262" y="86191"/>
                  </a:cubicBezTo>
                  <a:lnTo>
                    <a:pt x="2776262" y="2068588"/>
                  </a:lnTo>
                  <a:cubicBezTo>
                    <a:pt x="2776262" y="2116190"/>
                    <a:pt x="2738973" y="2154779"/>
                    <a:pt x="2692975" y="2154779"/>
                  </a:cubicBezTo>
                  <a:lnTo>
                    <a:pt x="83288" y="2154779"/>
                  </a:lnTo>
                  <a:cubicBezTo>
                    <a:pt x="37289" y="2154779"/>
                    <a:pt x="0" y="2116190"/>
                    <a:pt x="0" y="2068588"/>
                  </a:cubicBezTo>
                  <a:lnTo>
                    <a:pt x="0" y="86191"/>
                  </a:lnTo>
                  <a:close/>
                </a:path>
              </a:pathLst>
            </a:custGeom>
            <a:solidFill>
              <a:srgbClr val="E7F5F0"/>
            </a:solidFill>
            <a:ln w="5525" cap="flat">
              <a:solidFill>
                <a:srgbClr val="85B5B3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5" name="任意多边形 334"/>
            <p:cNvSpPr/>
            <p:nvPr/>
          </p:nvSpPr>
          <p:spPr>
            <a:xfrm>
              <a:off x="5461" y="6902"/>
              <a:ext cx="4470" cy="3393"/>
            </a:xfrm>
            <a:custGeom>
              <a:avLst/>
              <a:gdLst>
                <a:gd name="connisteX0" fmla="*/ 0 w 2838417"/>
                <a:gd name="connsiteY0" fmla="*/ 86191 h 2154779"/>
                <a:gd name="connisteX1" fmla="*/ 85152 w 2838417"/>
                <a:gd name="connsiteY1" fmla="*/ 0 h 2154779"/>
                <a:gd name="connisteX2" fmla="*/ 2753265 w 2838417"/>
                <a:gd name="connsiteY2" fmla="*/ 0 h 2154779"/>
                <a:gd name="connisteX3" fmla="*/ 2838417 w 2838417"/>
                <a:gd name="connsiteY3" fmla="*/ 86191 h 2154779"/>
                <a:gd name="connisteX4" fmla="*/ 2838417 w 2838417"/>
                <a:gd name="connsiteY4" fmla="*/ 2068588 h 2154779"/>
                <a:gd name="connisteX5" fmla="*/ 2753265 w 2838417"/>
                <a:gd name="connsiteY5" fmla="*/ 2154779 h 2154779"/>
                <a:gd name="connisteX6" fmla="*/ 85152 w 2838417"/>
                <a:gd name="connsiteY6" fmla="*/ 2154779 h 2154779"/>
                <a:gd name="connisteX7" fmla="*/ 0 w 2838417"/>
                <a:gd name="connsiteY7" fmla="*/ 2068588 h 2154779"/>
                <a:gd name="connisteX8" fmla="*/ 0 w 2838417"/>
                <a:gd name="connsiteY8" fmla="*/ 86191 h 215477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838418" h="2154779">
                  <a:moveTo>
                    <a:pt x="0" y="86191"/>
                  </a:moveTo>
                  <a:cubicBezTo>
                    <a:pt x="0" y="38589"/>
                    <a:pt x="38124" y="0"/>
                    <a:pt x="85153" y="0"/>
                  </a:cubicBezTo>
                  <a:lnTo>
                    <a:pt x="2753265" y="0"/>
                  </a:lnTo>
                  <a:cubicBezTo>
                    <a:pt x="2800293" y="0"/>
                    <a:pt x="2838418" y="38589"/>
                    <a:pt x="2838418" y="86191"/>
                  </a:cubicBezTo>
                  <a:lnTo>
                    <a:pt x="2838418" y="2068588"/>
                  </a:lnTo>
                  <a:cubicBezTo>
                    <a:pt x="2838418" y="2116190"/>
                    <a:pt x="2800293" y="2154779"/>
                    <a:pt x="2753265" y="2154779"/>
                  </a:cubicBezTo>
                  <a:lnTo>
                    <a:pt x="85153" y="2154779"/>
                  </a:lnTo>
                  <a:cubicBezTo>
                    <a:pt x="38124" y="2154779"/>
                    <a:pt x="0" y="2116190"/>
                    <a:pt x="0" y="2068588"/>
                  </a:cubicBezTo>
                  <a:lnTo>
                    <a:pt x="0" y="86191"/>
                  </a:lnTo>
                  <a:close/>
                </a:path>
              </a:pathLst>
            </a:custGeom>
            <a:solidFill>
              <a:srgbClr val="E7F5F0"/>
            </a:solidFill>
            <a:ln w="5525" cap="flat">
              <a:solidFill>
                <a:srgbClr val="85B5B3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6" name="任意多边形 335"/>
            <p:cNvSpPr/>
            <p:nvPr/>
          </p:nvSpPr>
          <p:spPr>
            <a:xfrm>
              <a:off x="10018" y="6902"/>
              <a:ext cx="4916" cy="3393"/>
            </a:xfrm>
            <a:custGeom>
              <a:avLst/>
              <a:gdLst>
                <a:gd name="connisteX0" fmla="*/ 0 w 3121568"/>
                <a:gd name="connsiteY0" fmla="*/ 86191 h 2154779"/>
                <a:gd name="connisteX1" fmla="*/ 78039 w 3121568"/>
                <a:gd name="connsiteY1" fmla="*/ 0 h 2154779"/>
                <a:gd name="connisteX2" fmla="*/ 3043529 w 3121568"/>
                <a:gd name="connsiteY2" fmla="*/ 0 h 2154779"/>
                <a:gd name="connisteX3" fmla="*/ 3121568 w 3121568"/>
                <a:gd name="connsiteY3" fmla="*/ 86191 h 2154779"/>
                <a:gd name="connisteX4" fmla="*/ 3121568 w 3121568"/>
                <a:gd name="connsiteY4" fmla="*/ 2068588 h 2154779"/>
                <a:gd name="connisteX5" fmla="*/ 3043529 w 3121568"/>
                <a:gd name="connsiteY5" fmla="*/ 2154779 h 2154779"/>
                <a:gd name="connisteX6" fmla="*/ 78039 w 3121568"/>
                <a:gd name="connsiteY6" fmla="*/ 2154779 h 2154779"/>
                <a:gd name="connisteX7" fmla="*/ 0 w 3121568"/>
                <a:gd name="connsiteY7" fmla="*/ 2068588 h 2154779"/>
                <a:gd name="connisteX8" fmla="*/ 0 w 3121568"/>
                <a:gd name="connsiteY8" fmla="*/ 86191 h 215477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3121569" h="2154779">
                  <a:moveTo>
                    <a:pt x="0" y="86191"/>
                  </a:moveTo>
                  <a:cubicBezTo>
                    <a:pt x="0" y="38589"/>
                    <a:pt x="34939" y="0"/>
                    <a:pt x="78039" y="0"/>
                  </a:cubicBezTo>
                  <a:lnTo>
                    <a:pt x="3043529" y="0"/>
                  </a:lnTo>
                  <a:cubicBezTo>
                    <a:pt x="3086629" y="0"/>
                    <a:pt x="3121569" y="38589"/>
                    <a:pt x="3121569" y="86191"/>
                  </a:cubicBezTo>
                  <a:lnTo>
                    <a:pt x="3121569" y="2068588"/>
                  </a:lnTo>
                  <a:cubicBezTo>
                    <a:pt x="3121569" y="2116190"/>
                    <a:pt x="3086629" y="2154779"/>
                    <a:pt x="3043529" y="2154779"/>
                  </a:cubicBezTo>
                  <a:lnTo>
                    <a:pt x="78039" y="2154779"/>
                  </a:lnTo>
                  <a:cubicBezTo>
                    <a:pt x="34939" y="2154779"/>
                    <a:pt x="0" y="2116190"/>
                    <a:pt x="0" y="2068588"/>
                  </a:cubicBezTo>
                  <a:lnTo>
                    <a:pt x="0" y="86191"/>
                  </a:lnTo>
                  <a:close/>
                </a:path>
              </a:pathLst>
            </a:custGeom>
            <a:solidFill>
              <a:srgbClr val="FFF1D8"/>
            </a:solidFill>
            <a:ln w="5525" cap="flat">
              <a:solidFill>
                <a:srgbClr val="F7AB56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7" name="任意多边形 336"/>
            <p:cNvSpPr/>
            <p:nvPr/>
          </p:nvSpPr>
          <p:spPr>
            <a:xfrm>
              <a:off x="1095" y="7277"/>
              <a:ext cx="4143" cy="2763"/>
            </a:xfrm>
            <a:custGeom>
              <a:avLst/>
              <a:gdLst>
                <a:gd name="connisteX0" fmla="*/ 0 w 2631233"/>
                <a:gd name="connsiteY0" fmla="*/ 78939 h 1754211"/>
                <a:gd name="connisteX1" fmla="*/ 78937 w 2631233"/>
                <a:gd name="connsiteY1" fmla="*/ 0 h 1754211"/>
                <a:gd name="connisteX2" fmla="*/ 2552296 w 2631233"/>
                <a:gd name="connsiteY2" fmla="*/ 0 h 1754211"/>
                <a:gd name="connisteX3" fmla="*/ 2631233 w 2631233"/>
                <a:gd name="connsiteY3" fmla="*/ 78939 h 1754211"/>
                <a:gd name="connisteX4" fmla="*/ 2631233 w 2631233"/>
                <a:gd name="connsiteY4" fmla="*/ 1675271 h 1754211"/>
                <a:gd name="connisteX5" fmla="*/ 2552296 w 2631233"/>
                <a:gd name="connsiteY5" fmla="*/ 1754211 h 1754211"/>
                <a:gd name="connisteX6" fmla="*/ 78937 w 2631233"/>
                <a:gd name="connsiteY6" fmla="*/ 1754211 h 1754211"/>
                <a:gd name="connisteX7" fmla="*/ 0 w 2631233"/>
                <a:gd name="connsiteY7" fmla="*/ 1675271 h 1754211"/>
                <a:gd name="connisteX8" fmla="*/ 0 w 2631233"/>
                <a:gd name="connsiteY8" fmla="*/ 78939 h 175421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631234" h="1754211">
                  <a:moveTo>
                    <a:pt x="0" y="78940"/>
                  </a:moveTo>
                  <a:cubicBezTo>
                    <a:pt x="0" y="35342"/>
                    <a:pt x="35341" y="0"/>
                    <a:pt x="78937" y="0"/>
                  </a:cubicBezTo>
                  <a:lnTo>
                    <a:pt x="2552297" y="0"/>
                  </a:lnTo>
                  <a:cubicBezTo>
                    <a:pt x="2595893" y="0"/>
                    <a:pt x="2631234" y="35342"/>
                    <a:pt x="2631234" y="78940"/>
                  </a:cubicBezTo>
                  <a:lnTo>
                    <a:pt x="2631234" y="1675272"/>
                  </a:lnTo>
                  <a:cubicBezTo>
                    <a:pt x="2631234" y="1718869"/>
                    <a:pt x="2595893" y="1754211"/>
                    <a:pt x="2552297" y="1754211"/>
                  </a:cubicBezTo>
                  <a:lnTo>
                    <a:pt x="78937" y="1754211"/>
                  </a:lnTo>
                  <a:cubicBezTo>
                    <a:pt x="35341" y="1754211"/>
                    <a:pt x="0" y="1718869"/>
                    <a:pt x="0" y="1675272"/>
                  </a:cubicBezTo>
                  <a:lnTo>
                    <a:pt x="0" y="78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38" name="任意多边形 337"/>
            <p:cNvSpPr/>
            <p:nvPr/>
          </p:nvSpPr>
          <p:spPr>
            <a:xfrm>
              <a:off x="5576" y="7277"/>
              <a:ext cx="4241" cy="2763"/>
            </a:xfrm>
            <a:custGeom>
              <a:avLst/>
              <a:gdLst>
                <a:gd name="connisteX0" fmla="*/ 0 w 2693388"/>
                <a:gd name="connsiteY0" fmla="*/ 78939 h 1754211"/>
                <a:gd name="connisteX1" fmla="*/ 80801 w 2693388"/>
                <a:gd name="connsiteY1" fmla="*/ 0 h 1754211"/>
                <a:gd name="connisteX2" fmla="*/ 2612587 w 2693388"/>
                <a:gd name="connsiteY2" fmla="*/ 0 h 1754211"/>
                <a:gd name="connisteX3" fmla="*/ 2693388 w 2693388"/>
                <a:gd name="connsiteY3" fmla="*/ 78939 h 1754211"/>
                <a:gd name="connisteX4" fmla="*/ 2693388 w 2693388"/>
                <a:gd name="connsiteY4" fmla="*/ 1675271 h 1754211"/>
                <a:gd name="connisteX5" fmla="*/ 2612587 w 2693388"/>
                <a:gd name="connsiteY5" fmla="*/ 1754211 h 1754211"/>
                <a:gd name="connisteX6" fmla="*/ 80801 w 2693388"/>
                <a:gd name="connsiteY6" fmla="*/ 1754211 h 1754211"/>
                <a:gd name="connisteX7" fmla="*/ 0 w 2693388"/>
                <a:gd name="connsiteY7" fmla="*/ 1675271 h 1754211"/>
                <a:gd name="connisteX8" fmla="*/ 0 w 2693388"/>
                <a:gd name="connsiteY8" fmla="*/ 78939 h 175421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693389" h="1754211">
                  <a:moveTo>
                    <a:pt x="0" y="78940"/>
                  </a:moveTo>
                  <a:cubicBezTo>
                    <a:pt x="0" y="35342"/>
                    <a:pt x="36176" y="0"/>
                    <a:pt x="80802" y="0"/>
                  </a:cubicBezTo>
                  <a:lnTo>
                    <a:pt x="2612587" y="0"/>
                  </a:lnTo>
                  <a:cubicBezTo>
                    <a:pt x="2657213" y="0"/>
                    <a:pt x="2693389" y="35342"/>
                    <a:pt x="2693389" y="78940"/>
                  </a:cubicBezTo>
                  <a:lnTo>
                    <a:pt x="2693389" y="1675272"/>
                  </a:lnTo>
                  <a:cubicBezTo>
                    <a:pt x="2693389" y="1718869"/>
                    <a:pt x="2657213" y="1754211"/>
                    <a:pt x="2612587" y="1754211"/>
                  </a:cubicBezTo>
                  <a:lnTo>
                    <a:pt x="80802" y="1754211"/>
                  </a:lnTo>
                  <a:cubicBezTo>
                    <a:pt x="36176" y="1754211"/>
                    <a:pt x="0" y="1718869"/>
                    <a:pt x="0" y="1675272"/>
                  </a:cubicBezTo>
                  <a:lnTo>
                    <a:pt x="0" y="78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68" name="任意多边形 367"/>
            <p:cNvSpPr/>
            <p:nvPr/>
          </p:nvSpPr>
          <p:spPr>
            <a:xfrm>
              <a:off x="2421" y="7690"/>
              <a:ext cx="153" cy="963"/>
            </a:xfrm>
            <a:custGeom>
              <a:avLst/>
              <a:gdLst>
                <a:gd name="connisteX0" fmla="*/ 0 w 62155"/>
                <a:gd name="connsiteY0" fmla="*/ 0 h 821854"/>
                <a:gd name="connisteX1" fmla="*/ 62155 w 62155"/>
                <a:gd name="connsiteY1" fmla="*/ 0 h 821854"/>
                <a:gd name="connisteX2" fmla="*/ 62155 w 62155"/>
                <a:gd name="connsiteY2" fmla="*/ 821854 h 821854"/>
                <a:gd name="connisteX3" fmla="*/ 60912 w 62155"/>
                <a:gd name="connsiteY3" fmla="*/ 821854 h 82185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62155" h="821855">
                  <a:moveTo>
                    <a:pt x="0" y="0"/>
                  </a:moveTo>
                  <a:lnTo>
                    <a:pt x="62155" y="0"/>
                  </a:lnTo>
                  <a:lnTo>
                    <a:pt x="62155" y="821855"/>
                  </a:lnTo>
                  <a:lnTo>
                    <a:pt x="60912" y="821855"/>
                  </a:lnTo>
                </a:path>
              </a:pathLst>
            </a:custGeom>
            <a:noFill/>
            <a:ln w="19050" cap="flat">
              <a:solidFill>
                <a:srgbClr val="00A6AE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9" name="任意多边形 338"/>
            <p:cNvSpPr/>
            <p:nvPr/>
          </p:nvSpPr>
          <p:spPr>
            <a:xfrm>
              <a:off x="10122" y="7277"/>
              <a:ext cx="4720" cy="2763"/>
            </a:xfrm>
            <a:custGeom>
              <a:avLst/>
              <a:gdLst>
                <a:gd name="connisteX0" fmla="*/ 0 w 2997258"/>
                <a:gd name="connsiteY0" fmla="*/ 78939 h 1754211"/>
                <a:gd name="connisteX1" fmla="*/ 74931 w 2997258"/>
                <a:gd name="connsiteY1" fmla="*/ 0 h 1754211"/>
                <a:gd name="connisteX2" fmla="*/ 2922326 w 2997258"/>
                <a:gd name="connsiteY2" fmla="*/ 0 h 1754211"/>
                <a:gd name="connisteX3" fmla="*/ 2997258 w 2997258"/>
                <a:gd name="connsiteY3" fmla="*/ 78939 h 1754211"/>
                <a:gd name="connisteX4" fmla="*/ 2997258 w 2997258"/>
                <a:gd name="connsiteY4" fmla="*/ 1675271 h 1754211"/>
                <a:gd name="connisteX5" fmla="*/ 2922326 w 2997258"/>
                <a:gd name="connsiteY5" fmla="*/ 1754211 h 1754211"/>
                <a:gd name="connisteX6" fmla="*/ 74931 w 2997258"/>
                <a:gd name="connsiteY6" fmla="*/ 1754211 h 1754211"/>
                <a:gd name="connisteX7" fmla="*/ 0 w 2997258"/>
                <a:gd name="connsiteY7" fmla="*/ 1675271 h 1754211"/>
                <a:gd name="connisteX8" fmla="*/ 0 w 2997258"/>
                <a:gd name="connsiteY8" fmla="*/ 78939 h 175421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997258" h="1754211">
                  <a:moveTo>
                    <a:pt x="0" y="78940"/>
                  </a:moveTo>
                  <a:cubicBezTo>
                    <a:pt x="0" y="35342"/>
                    <a:pt x="33548" y="0"/>
                    <a:pt x="74931" y="0"/>
                  </a:cubicBezTo>
                  <a:lnTo>
                    <a:pt x="2922327" y="0"/>
                  </a:lnTo>
                  <a:cubicBezTo>
                    <a:pt x="2963710" y="0"/>
                    <a:pt x="2997258" y="35342"/>
                    <a:pt x="2997258" y="78940"/>
                  </a:cubicBezTo>
                  <a:lnTo>
                    <a:pt x="2997258" y="1675272"/>
                  </a:lnTo>
                  <a:cubicBezTo>
                    <a:pt x="2997258" y="1718869"/>
                    <a:pt x="2963710" y="1754211"/>
                    <a:pt x="2922327" y="1754211"/>
                  </a:cubicBezTo>
                  <a:lnTo>
                    <a:pt x="74931" y="1754211"/>
                  </a:lnTo>
                  <a:cubicBezTo>
                    <a:pt x="33548" y="1754211"/>
                    <a:pt x="0" y="1718869"/>
                    <a:pt x="0" y="1675272"/>
                  </a:cubicBezTo>
                  <a:lnTo>
                    <a:pt x="0" y="78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40" name="任意多边形 339"/>
            <p:cNvSpPr/>
            <p:nvPr/>
          </p:nvSpPr>
          <p:spPr>
            <a:xfrm>
              <a:off x="1138" y="6951"/>
              <a:ext cx="4079" cy="304"/>
            </a:xfrm>
            <a:custGeom>
              <a:avLst/>
              <a:gdLst>
                <a:gd name="connisteX0" fmla="*/ 0 w 2589797"/>
                <a:gd name="connsiteY0" fmla="*/ 0 h 193377"/>
                <a:gd name="connisteX1" fmla="*/ 2589797 w 2589797"/>
                <a:gd name="connsiteY1" fmla="*/ 0 h 193377"/>
                <a:gd name="connisteX2" fmla="*/ 2589797 w 2589797"/>
                <a:gd name="connsiteY2" fmla="*/ 193377 h 193377"/>
                <a:gd name="connisteX3" fmla="*/ 0 w 2589797"/>
                <a:gd name="connsiteY3" fmla="*/ 193377 h 193377"/>
                <a:gd name="connisteX4" fmla="*/ 0 w 2589797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589797" h="193378">
                  <a:moveTo>
                    <a:pt x="0" y="0"/>
                  </a:moveTo>
                  <a:lnTo>
                    <a:pt x="2589797" y="0"/>
                  </a:lnTo>
                  <a:lnTo>
                    <a:pt x="2589797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41" name="图片 340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127" y="6967"/>
              <a:ext cx="4101" cy="343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43" name="任意多边形 342"/>
            <p:cNvSpPr/>
            <p:nvPr/>
          </p:nvSpPr>
          <p:spPr>
            <a:xfrm>
              <a:off x="5608" y="6951"/>
              <a:ext cx="4198" cy="304"/>
            </a:xfrm>
            <a:custGeom>
              <a:avLst/>
              <a:gdLst>
                <a:gd name="connisteX0" fmla="*/ 0 w 2665764"/>
                <a:gd name="connsiteY0" fmla="*/ 0 h 193377"/>
                <a:gd name="connisteX1" fmla="*/ 2665764 w 2665764"/>
                <a:gd name="connsiteY1" fmla="*/ 0 h 193377"/>
                <a:gd name="connisteX2" fmla="*/ 2665764 w 2665764"/>
                <a:gd name="connsiteY2" fmla="*/ 193377 h 193377"/>
                <a:gd name="connisteX3" fmla="*/ 0 w 2665764"/>
                <a:gd name="connsiteY3" fmla="*/ 193377 h 193377"/>
                <a:gd name="connisteX4" fmla="*/ 0 w 2665764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65764" h="193378">
                  <a:moveTo>
                    <a:pt x="0" y="0"/>
                  </a:moveTo>
                  <a:lnTo>
                    <a:pt x="2665764" y="0"/>
                  </a:lnTo>
                  <a:lnTo>
                    <a:pt x="2665764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44" name="图片 343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597" y="6967"/>
              <a:ext cx="4220" cy="343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46" name="任意多边形 345"/>
            <p:cNvSpPr/>
            <p:nvPr/>
          </p:nvSpPr>
          <p:spPr>
            <a:xfrm>
              <a:off x="10176" y="6951"/>
              <a:ext cx="4601" cy="304"/>
            </a:xfrm>
            <a:custGeom>
              <a:avLst/>
              <a:gdLst>
                <a:gd name="connisteX0" fmla="*/ 0 w 2921291"/>
                <a:gd name="connsiteY0" fmla="*/ 0 h 193377"/>
                <a:gd name="connisteX1" fmla="*/ 2921291 w 2921291"/>
                <a:gd name="connsiteY1" fmla="*/ 0 h 193377"/>
                <a:gd name="connisteX2" fmla="*/ 2921291 w 2921291"/>
                <a:gd name="connsiteY2" fmla="*/ 193377 h 193377"/>
                <a:gd name="connisteX3" fmla="*/ 0 w 2921291"/>
                <a:gd name="connsiteY3" fmla="*/ 193377 h 193377"/>
                <a:gd name="connisteX4" fmla="*/ 0 w 2921291"/>
                <a:gd name="connsiteY4" fmla="*/ 0 h 19337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921291" h="193378">
                  <a:moveTo>
                    <a:pt x="0" y="0"/>
                  </a:moveTo>
                  <a:lnTo>
                    <a:pt x="2921291" y="0"/>
                  </a:lnTo>
                  <a:lnTo>
                    <a:pt x="2921291" y="193378"/>
                  </a:lnTo>
                  <a:lnTo>
                    <a:pt x="0" y="19337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47" name="图片 346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10165" y="6967"/>
              <a:ext cx="4622" cy="343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49" name="任意多边形 348"/>
            <p:cNvSpPr/>
            <p:nvPr/>
          </p:nvSpPr>
          <p:spPr>
            <a:xfrm>
              <a:off x="1220" y="7457"/>
              <a:ext cx="1240" cy="543"/>
            </a:xfrm>
            <a:custGeom>
              <a:avLst/>
              <a:gdLst>
                <a:gd name="connisteX0" fmla="*/ 0 w 787298"/>
                <a:gd name="connsiteY0" fmla="*/ 48344 h 345317"/>
                <a:gd name="connisteX1" fmla="*/ 47237 w 787298"/>
                <a:gd name="connsiteY1" fmla="*/ 0 h 345317"/>
                <a:gd name="connisteX2" fmla="*/ 740060 w 787298"/>
                <a:gd name="connsiteY2" fmla="*/ 0 h 345317"/>
                <a:gd name="connisteX3" fmla="*/ 787298 w 787298"/>
                <a:gd name="connsiteY3" fmla="*/ 48344 h 345317"/>
                <a:gd name="connisteX4" fmla="*/ 787298 w 787298"/>
                <a:gd name="connsiteY4" fmla="*/ 296972 h 345317"/>
                <a:gd name="connisteX5" fmla="*/ 740060 w 787298"/>
                <a:gd name="connsiteY5" fmla="*/ 345317 h 345317"/>
                <a:gd name="connisteX6" fmla="*/ 47237 w 787298"/>
                <a:gd name="connsiteY6" fmla="*/ 345317 h 345317"/>
                <a:gd name="connisteX7" fmla="*/ 0 w 787298"/>
                <a:gd name="connsiteY7" fmla="*/ 296972 h 345317"/>
                <a:gd name="connisteX8" fmla="*/ 0 w 787298"/>
                <a:gd name="connsiteY8" fmla="*/ 48344 h 34531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787298" h="345317">
                  <a:moveTo>
                    <a:pt x="0" y="48344"/>
                  </a:moveTo>
                  <a:cubicBezTo>
                    <a:pt x="0" y="21645"/>
                    <a:pt x="21149" y="0"/>
                    <a:pt x="47238" y="0"/>
                  </a:cubicBezTo>
                  <a:lnTo>
                    <a:pt x="740060" y="0"/>
                  </a:lnTo>
                  <a:cubicBezTo>
                    <a:pt x="766149" y="0"/>
                    <a:pt x="787298" y="21645"/>
                    <a:pt x="787298" y="48344"/>
                  </a:cubicBezTo>
                  <a:lnTo>
                    <a:pt x="787298" y="296973"/>
                  </a:lnTo>
                  <a:cubicBezTo>
                    <a:pt x="787298" y="323673"/>
                    <a:pt x="766149" y="345317"/>
                    <a:pt x="740060" y="345317"/>
                  </a:cubicBezTo>
                  <a:lnTo>
                    <a:pt x="47238" y="345317"/>
                  </a:lnTo>
                  <a:cubicBezTo>
                    <a:pt x="21149" y="345317"/>
                    <a:pt x="0" y="323673"/>
                    <a:pt x="0" y="296973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EAF9FC"/>
            </a:solidFill>
            <a:ln w="6906" cap="flat">
              <a:solidFill>
                <a:srgbClr val="009AAD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3" name="任意多边形 352"/>
            <p:cNvSpPr/>
            <p:nvPr/>
          </p:nvSpPr>
          <p:spPr>
            <a:xfrm>
              <a:off x="1182" y="8017"/>
              <a:ext cx="1305" cy="272"/>
            </a:xfrm>
            <a:custGeom>
              <a:avLst/>
              <a:gdLst>
                <a:gd name="connisteX0" fmla="*/ 0 w 828735"/>
                <a:gd name="connsiteY0" fmla="*/ 0 h 172658"/>
                <a:gd name="connisteX1" fmla="*/ 828735 w 828735"/>
                <a:gd name="connsiteY1" fmla="*/ 0 h 172658"/>
                <a:gd name="connisteX2" fmla="*/ 828735 w 828735"/>
                <a:gd name="connsiteY2" fmla="*/ 172658 h 172658"/>
                <a:gd name="connisteX3" fmla="*/ 0 w 828735"/>
                <a:gd name="connsiteY3" fmla="*/ 172658 h 172658"/>
                <a:gd name="connisteX4" fmla="*/ 0 w 828735"/>
                <a:gd name="connsiteY4" fmla="*/ 0 h 17265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35" h="172659">
                  <a:moveTo>
                    <a:pt x="0" y="0"/>
                  </a:moveTo>
                  <a:lnTo>
                    <a:pt x="828735" y="0"/>
                  </a:lnTo>
                  <a:lnTo>
                    <a:pt x="828735" y="172659"/>
                  </a:lnTo>
                  <a:lnTo>
                    <a:pt x="0" y="172659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54" name="图片 353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171" y="8060"/>
              <a:ext cx="1327" cy="250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50" name="任意多边形 349"/>
            <p:cNvSpPr/>
            <p:nvPr/>
          </p:nvSpPr>
          <p:spPr>
            <a:xfrm>
              <a:off x="1247" y="7473"/>
              <a:ext cx="1175" cy="500"/>
            </a:xfrm>
            <a:custGeom>
              <a:avLst/>
              <a:gdLst>
                <a:gd name="connisteX0" fmla="*/ 0 w 745861"/>
                <a:gd name="connsiteY0" fmla="*/ 0 h 317691"/>
                <a:gd name="connisteX1" fmla="*/ 745861 w 745861"/>
                <a:gd name="connsiteY1" fmla="*/ 0 h 317691"/>
                <a:gd name="connisteX2" fmla="*/ 745861 w 745861"/>
                <a:gd name="connsiteY2" fmla="*/ 317691 h 317691"/>
                <a:gd name="connisteX3" fmla="*/ 0 w 745861"/>
                <a:gd name="connsiteY3" fmla="*/ 317691 h 317691"/>
                <a:gd name="connisteX4" fmla="*/ 0 w 745861"/>
                <a:gd name="connsiteY4" fmla="*/ 0 h 3176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45862" h="317692">
                  <a:moveTo>
                    <a:pt x="0" y="0"/>
                  </a:moveTo>
                  <a:lnTo>
                    <a:pt x="745862" y="0"/>
                  </a:lnTo>
                  <a:lnTo>
                    <a:pt x="745862" y="317692"/>
                  </a:lnTo>
                  <a:lnTo>
                    <a:pt x="0" y="31769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51" name="图片 350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236" y="7495"/>
              <a:ext cx="1196" cy="51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56" name="任意多边形 355"/>
            <p:cNvSpPr/>
            <p:nvPr/>
          </p:nvSpPr>
          <p:spPr>
            <a:xfrm>
              <a:off x="2677" y="7370"/>
              <a:ext cx="1414" cy="522"/>
            </a:xfrm>
            <a:custGeom>
              <a:avLst/>
              <a:gdLst>
                <a:gd name="connisteX0" fmla="*/ 0 w 897796"/>
                <a:gd name="connsiteY0" fmla="*/ 48068 h 331504"/>
                <a:gd name="connisteX1" fmla="*/ 44889 w 897796"/>
                <a:gd name="connsiteY1" fmla="*/ 0 h 331504"/>
                <a:gd name="connisteX2" fmla="*/ 852906 w 897796"/>
                <a:gd name="connsiteY2" fmla="*/ 0 h 331504"/>
                <a:gd name="connisteX3" fmla="*/ 897796 w 897796"/>
                <a:gd name="connsiteY3" fmla="*/ 48068 h 331504"/>
                <a:gd name="connisteX4" fmla="*/ 897796 w 897796"/>
                <a:gd name="connsiteY4" fmla="*/ 283436 h 331504"/>
                <a:gd name="connisteX5" fmla="*/ 852906 w 897796"/>
                <a:gd name="connsiteY5" fmla="*/ 331504 h 331504"/>
                <a:gd name="connisteX6" fmla="*/ 44889 w 897796"/>
                <a:gd name="connsiteY6" fmla="*/ 331504 h 331504"/>
                <a:gd name="connisteX7" fmla="*/ 0 w 897796"/>
                <a:gd name="connsiteY7" fmla="*/ 283436 h 331504"/>
                <a:gd name="connisteX8" fmla="*/ 0 w 897796"/>
                <a:gd name="connsiteY8" fmla="*/ 48068 h 33150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897796" h="331505">
                  <a:moveTo>
                    <a:pt x="0" y="48068"/>
                  </a:moveTo>
                  <a:cubicBezTo>
                    <a:pt x="0" y="21521"/>
                    <a:pt x="20098" y="0"/>
                    <a:pt x="44890" y="0"/>
                  </a:cubicBezTo>
                  <a:lnTo>
                    <a:pt x="852906" y="0"/>
                  </a:lnTo>
                  <a:cubicBezTo>
                    <a:pt x="877698" y="0"/>
                    <a:pt x="897796" y="21521"/>
                    <a:pt x="897796" y="48068"/>
                  </a:cubicBezTo>
                  <a:lnTo>
                    <a:pt x="897796" y="283436"/>
                  </a:lnTo>
                  <a:cubicBezTo>
                    <a:pt x="897796" y="309984"/>
                    <a:pt x="877698" y="331505"/>
                    <a:pt x="852906" y="331505"/>
                  </a:cubicBezTo>
                  <a:lnTo>
                    <a:pt x="44890" y="331505"/>
                  </a:lnTo>
                  <a:cubicBezTo>
                    <a:pt x="20098" y="331505"/>
                    <a:pt x="0" y="309984"/>
                    <a:pt x="0" y="283436"/>
                  </a:cubicBezTo>
                  <a:lnTo>
                    <a:pt x="0" y="48068"/>
                  </a:lnTo>
                  <a:close/>
                </a:path>
              </a:pathLst>
            </a:custGeom>
            <a:solidFill>
              <a:srgbClr val="EDF7FF"/>
            </a:solidFill>
            <a:ln w="6906" cap="flat">
              <a:solidFill>
                <a:srgbClr val="C67E22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7" name="任意多边形 356"/>
            <p:cNvSpPr/>
            <p:nvPr/>
          </p:nvSpPr>
          <p:spPr>
            <a:xfrm>
              <a:off x="2704" y="7386"/>
              <a:ext cx="1349" cy="478"/>
            </a:xfrm>
            <a:custGeom>
              <a:avLst/>
              <a:gdLst>
                <a:gd name="connisteX0" fmla="*/ 0 w 856359"/>
                <a:gd name="connsiteY0" fmla="*/ 0 h 303879"/>
                <a:gd name="connisteX1" fmla="*/ 856359 w 856359"/>
                <a:gd name="connsiteY1" fmla="*/ 0 h 303879"/>
                <a:gd name="connisteX2" fmla="*/ 856359 w 856359"/>
                <a:gd name="connsiteY2" fmla="*/ 303879 h 303879"/>
                <a:gd name="connisteX3" fmla="*/ 0 w 856359"/>
                <a:gd name="connsiteY3" fmla="*/ 303879 h 303879"/>
                <a:gd name="connisteX4" fmla="*/ 0 w 856359"/>
                <a:gd name="connsiteY4" fmla="*/ 0 h 30387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56360" h="303879">
                  <a:moveTo>
                    <a:pt x="0" y="0"/>
                  </a:moveTo>
                  <a:lnTo>
                    <a:pt x="856360" y="0"/>
                  </a:lnTo>
                  <a:lnTo>
                    <a:pt x="856360" y="303879"/>
                  </a:lnTo>
                  <a:lnTo>
                    <a:pt x="0" y="303879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58" name="图片 357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2694" y="7380"/>
              <a:ext cx="1370" cy="552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60" name="任意多边形 359"/>
            <p:cNvSpPr/>
            <p:nvPr/>
          </p:nvSpPr>
          <p:spPr>
            <a:xfrm>
              <a:off x="2677" y="8109"/>
              <a:ext cx="1414" cy="435"/>
            </a:xfrm>
            <a:custGeom>
              <a:avLst/>
              <a:gdLst>
                <a:gd name="connisteX0" fmla="*/ 0 w 897796"/>
                <a:gd name="connsiteY0" fmla="*/ 48344 h 276253"/>
                <a:gd name="connisteX1" fmla="*/ 44889 w 897796"/>
                <a:gd name="connsiteY1" fmla="*/ 0 h 276253"/>
                <a:gd name="connisteX2" fmla="*/ 852906 w 897796"/>
                <a:gd name="connsiteY2" fmla="*/ 0 h 276253"/>
                <a:gd name="connisteX3" fmla="*/ 897796 w 897796"/>
                <a:gd name="connsiteY3" fmla="*/ 48344 h 276253"/>
                <a:gd name="connisteX4" fmla="*/ 897796 w 897796"/>
                <a:gd name="connsiteY4" fmla="*/ 227909 h 276253"/>
                <a:gd name="connisteX5" fmla="*/ 852906 w 897796"/>
                <a:gd name="connsiteY5" fmla="*/ 276253 h 276253"/>
                <a:gd name="connisteX6" fmla="*/ 44889 w 897796"/>
                <a:gd name="connsiteY6" fmla="*/ 276253 h 276253"/>
                <a:gd name="connisteX7" fmla="*/ 0 w 897796"/>
                <a:gd name="connsiteY7" fmla="*/ 227909 h 276253"/>
                <a:gd name="connisteX8" fmla="*/ 0 w 897796"/>
                <a:gd name="connsiteY8" fmla="*/ 48344 h 27625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897796" h="276254">
                  <a:moveTo>
                    <a:pt x="0" y="48344"/>
                  </a:moveTo>
                  <a:cubicBezTo>
                    <a:pt x="0" y="21645"/>
                    <a:pt x="20098" y="0"/>
                    <a:pt x="44890" y="0"/>
                  </a:cubicBezTo>
                  <a:lnTo>
                    <a:pt x="852906" y="0"/>
                  </a:lnTo>
                  <a:cubicBezTo>
                    <a:pt x="877698" y="0"/>
                    <a:pt x="897796" y="21645"/>
                    <a:pt x="897796" y="48344"/>
                  </a:cubicBezTo>
                  <a:lnTo>
                    <a:pt x="897796" y="227909"/>
                  </a:lnTo>
                  <a:cubicBezTo>
                    <a:pt x="897796" y="254609"/>
                    <a:pt x="877698" y="276254"/>
                    <a:pt x="852906" y="276254"/>
                  </a:cubicBezTo>
                  <a:lnTo>
                    <a:pt x="44890" y="276254"/>
                  </a:lnTo>
                  <a:cubicBezTo>
                    <a:pt x="20098" y="276254"/>
                    <a:pt x="0" y="254609"/>
                    <a:pt x="0" y="227909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DCEBFC"/>
            </a:solidFill>
            <a:ln w="6906" cap="flat">
              <a:solidFill>
                <a:srgbClr val="C67E22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61" name="任意多边形 360"/>
            <p:cNvSpPr/>
            <p:nvPr/>
          </p:nvSpPr>
          <p:spPr>
            <a:xfrm>
              <a:off x="2704" y="8125"/>
              <a:ext cx="1349" cy="392"/>
            </a:xfrm>
            <a:custGeom>
              <a:avLst/>
              <a:gdLst>
                <a:gd name="connisteX0" fmla="*/ 0 w 856359"/>
                <a:gd name="connsiteY0" fmla="*/ 0 h 248628"/>
                <a:gd name="connisteX1" fmla="*/ 856359 w 856359"/>
                <a:gd name="connsiteY1" fmla="*/ 0 h 248628"/>
                <a:gd name="connisteX2" fmla="*/ 856359 w 856359"/>
                <a:gd name="connsiteY2" fmla="*/ 248628 h 248628"/>
                <a:gd name="connisteX3" fmla="*/ 0 w 856359"/>
                <a:gd name="connsiteY3" fmla="*/ 248628 h 248628"/>
                <a:gd name="connisteX4" fmla="*/ 0 w 856359"/>
                <a:gd name="connsiteY4" fmla="*/ 0 h 24862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56360" h="248628">
                  <a:moveTo>
                    <a:pt x="0" y="0"/>
                  </a:moveTo>
                  <a:lnTo>
                    <a:pt x="856360" y="0"/>
                  </a:lnTo>
                  <a:lnTo>
                    <a:pt x="856360" y="248628"/>
                  </a:lnTo>
                  <a:lnTo>
                    <a:pt x="0" y="24862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62" name="图片 361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2694" y="8202"/>
              <a:ext cx="1370" cy="30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64" name="任意多边形 363"/>
            <p:cNvSpPr/>
            <p:nvPr/>
          </p:nvSpPr>
          <p:spPr>
            <a:xfrm>
              <a:off x="2677" y="8794"/>
              <a:ext cx="1414" cy="435"/>
            </a:xfrm>
            <a:custGeom>
              <a:avLst/>
              <a:gdLst>
                <a:gd name="connisteX0" fmla="*/ 0 w 897796"/>
                <a:gd name="connsiteY0" fmla="*/ 48344 h 276253"/>
                <a:gd name="connisteX1" fmla="*/ 44889 w 897796"/>
                <a:gd name="connsiteY1" fmla="*/ 0 h 276253"/>
                <a:gd name="connisteX2" fmla="*/ 852906 w 897796"/>
                <a:gd name="connsiteY2" fmla="*/ 0 h 276253"/>
                <a:gd name="connisteX3" fmla="*/ 897796 w 897796"/>
                <a:gd name="connsiteY3" fmla="*/ 48344 h 276253"/>
                <a:gd name="connisteX4" fmla="*/ 897796 w 897796"/>
                <a:gd name="connsiteY4" fmla="*/ 227909 h 276253"/>
                <a:gd name="connisteX5" fmla="*/ 852906 w 897796"/>
                <a:gd name="connsiteY5" fmla="*/ 276253 h 276253"/>
                <a:gd name="connisteX6" fmla="*/ 44889 w 897796"/>
                <a:gd name="connsiteY6" fmla="*/ 276253 h 276253"/>
                <a:gd name="connisteX7" fmla="*/ 0 w 897796"/>
                <a:gd name="connsiteY7" fmla="*/ 227909 h 276253"/>
                <a:gd name="connisteX8" fmla="*/ 0 w 897796"/>
                <a:gd name="connsiteY8" fmla="*/ 48344 h 27625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897796" h="276254">
                  <a:moveTo>
                    <a:pt x="0" y="48344"/>
                  </a:moveTo>
                  <a:cubicBezTo>
                    <a:pt x="0" y="21645"/>
                    <a:pt x="20098" y="0"/>
                    <a:pt x="44890" y="0"/>
                  </a:cubicBezTo>
                  <a:lnTo>
                    <a:pt x="852906" y="0"/>
                  </a:lnTo>
                  <a:cubicBezTo>
                    <a:pt x="877698" y="0"/>
                    <a:pt x="897796" y="21645"/>
                    <a:pt x="897796" y="48344"/>
                  </a:cubicBezTo>
                  <a:lnTo>
                    <a:pt x="897796" y="227909"/>
                  </a:lnTo>
                  <a:cubicBezTo>
                    <a:pt x="897796" y="254609"/>
                    <a:pt x="877698" y="276254"/>
                    <a:pt x="852906" y="276254"/>
                  </a:cubicBezTo>
                  <a:lnTo>
                    <a:pt x="44890" y="276254"/>
                  </a:lnTo>
                  <a:cubicBezTo>
                    <a:pt x="20098" y="276254"/>
                    <a:pt x="0" y="254609"/>
                    <a:pt x="0" y="227909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FFD4AF"/>
            </a:solidFill>
            <a:ln w="6906" cap="flat">
              <a:solidFill>
                <a:srgbClr val="C67E22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65" name="任意多边形 364"/>
            <p:cNvSpPr/>
            <p:nvPr/>
          </p:nvSpPr>
          <p:spPr>
            <a:xfrm>
              <a:off x="2704" y="8811"/>
              <a:ext cx="1349" cy="391"/>
            </a:xfrm>
            <a:custGeom>
              <a:avLst/>
              <a:gdLst>
                <a:gd name="connisteX0" fmla="*/ 0 w 856359"/>
                <a:gd name="connsiteY0" fmla="*/ 0 h 248628"/>
                <a:gd name="connisteX1" fmla="*/ 856359 w 856359"/>
                <a:gd name="connsiteY1" fmla="*/ 0 h 248628"/>
                <a:gd name="connisteX2" fmla="*/ 856359 w 856359"/>
                <a:gd name="connsiteY2" fmla="*/ 248628 h 248628"/>
                <a:gd name="connisteX3" fmla="*/ 0 w 856359"/>
                <a:gd name="connsiteY3" fmla="*/ 248628 h 248628"/>
                <a:gd name="connisteX4" fmla="*/ 0 w 856359"/>
                <a:gd name="connsiteY4" fmla="*/ 0 h 24862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56360" h="248628">
                  <a:moveTo>
                    <a:pt x="0" y="0"/>
                  </a:moveTo>
                  <a:lnTo>
                    <a:pt x="856360" y="0"/>
                  </a:lnTo>
                  <a:lnTo>
                    <a:pt x="856360" y="248628"/>
                  </a:lnTo>
                  <a:lnTo>
                    <a:pt x="0" y="24862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66" name="图片 365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2694" y="8887"/>
              <a:ext cx="1370" cy="302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74" name="任意多边形 373"/>
            <p:cNvSpPr/>
            <p:nvPr/>
          </p:nvSpPr>
          <p:spPr>
            <a:xfrm>
              <a:off x="2574" y="7959"/>
              <a:ext cx="782" cy="120"/>
            </a:xfrm>
            <a:custGeom>
              <a:avLst/>
              <a:gdLst>
                <a:gd name="connisteX0" fmla="*/ 0 w 443718"/>
                <a:gd name="connsiteY0" fmla="*/ 0 h 0"/>
                <a:gd name="connisteX1" fmla="*/ 443718 w 443718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43719">
                  <a:moveTo>
                    <a:pt x="0" y="0"/>
                  </a:moveTo>
                  <a:lnTo>
                    <a:pt x="443719" y="0"/>
                  </a:lnTo>
                </a:path>
              </a:pathLst>
            </a:custGeom>
            <a:noFill/>
            <a:ln w="19050" cap="flat">
              <a:solidFill>
                <a:srgbClr val="00A6AE"/>
              </a:solidFill>
              <a:custDash>
                <a:ds d="300000" sp="300000"/>
              </a:custDash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77" name="任意多边形 376"/>
            <p:cNvSpPr/>
            <p:nvPr/>
          </p:nvSpPr>
          <p:spPr>
            <a:xfrm flipV="1">
              <a:off x="2574" y="8547"/>
              <a:ext cx="783" cy="120"/>
            </a:xfrm>
            <a:custGeom>
              <a:avLst/>
              <a:gdLst>
                <a:gd name="connisteX0" fmla="*/ 0 w 443718"/>
                <a:gd name="connsiteY0" fmla="*/ 0 h 0"/>
                <a:gd name="connisteX1" fmla="*/ 443718 w 443718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43719">
                  <a:moveTo>
                    <a:pt x="0" y="0"/>
                  </a:moveTo>
                  <a:lnTo>
                    <a:pt x="443719" y="0"/>
                  </a:lnTo>
                </a:path>
              </a:pathLst>
            </a:custGeom>
            <a:noFill/>
            <a:ln w="19050" cap="flat">
              <a:solidFill>
                <a:srgbClr val="00A6AE"/>
              </a:solidFill>
              <a:custDash>
                <a:ds d="300000" sp="300000"/>
              </a:custDash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80" name="任意多边形 379"/>
            <p:cNvSpPr/>
            <p:nvPr/>
          </p:nvSpPr>
          <p:spPr>
            <a:xfrm>
              <a:off x="3368" y="7897"/>
              <a:ext cx="120" cy="206"/>
            </a:xfrm>
            <a:custGeom>
              <a:avLst/>
              <a:gdLst>
                <a:gd name="connisteX0" fmla="*/ 0 w 0"/>
                <a:gd name="connsiteY0" fmla="*/ 0 h 46686"/>
                <a:gd name="connisteX1" fmla="*/ 0 w 0"/>
                <a:gd name="connsiteY1" fmla="*/ 46686 h 4668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46687">
                  <a:moveTo>
                    <a:pt x="0" y="0"/>
                  </a:moveTo>
                  <a:lnTo>
                    <a:pt x="0" y="46687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miter/>
              <a:tailEnd type="triangle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83" name="任意多边形 382"/>
            <p:cNvSpPr/>
            <p:nvPr/>
          </p:nvSpPr>
          <p:spPr>
            <a:xfrm flipH="1">
              <a:off x="3237" y="8549"/>
              <a:ext cx="131" cy="245"/>
            </a:xfrm>
            <a:custGeom>
              <a:avLst/>
              <a:gdLst>
                <a:gd name="connisteX0" fmla="*/ 0 w 0"/>
                <a:gd name="connsiteY0" fmla="*/ 0 h 60499"/>
                <a:gd name="connisteX1" fmla="*/ 0 w 0"/>
                <a:gd name="connsiteY1" fmla="*/ 60499 h 604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60500">
                  <a:moveTo>
                    <a:pt x="0" y="0"/>
                  </a:moveTo>
                  <a:lnTo>
                    <a:pt x="0" y="60500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miter/>
              <a:tailEnd type="triangle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86" name="任意多边形 385"/>
            <p:cNvSpPr/>
            <p:nvPr/>
          </p:nvSpPr>
          <p:spPr>
            <a:xfrm>
              <a:off x="3422" y="8539"/>
              <a:ext cx="239" cy="261"/>
            </a:xfrm>
            <a:custGeom>
              <a:avLst/>
              <a:gdLst>
                <a:gd name="connisteX0" fmla="*/ 0 w 151934"/>
                <a:gd name="connsiteY0" fmla="*/ 0 h 165752"/>
                <a:gd name="connisteX1" fmla="*/ 151934 w 151934"/>
                <a:gd name="connsiteY1" fmla="*/ 0 h 165752"/>
                <a:gd name="connisteX2" fmla="*/ 151934 w 151934"/>
                <a:gd name="connsiteY2" fmla="*/ 165752 h 165752"/>
                <a:gd name="connisteX3" fmla="*/ 0 w 151934"/>
                <a:gd name="connsiteY3" fmla="*/ 165752 h 165752"/>
                <a:gd name="connisteX4" fmla="*/ 0 w 151934"/>
                <a:gd name="connsiteY4" fmla="*/ 0 h 1657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51935" h="165752">
                  <a:moveTo>
                    <a:pt x="0" y="0"/>
                  </a:moveTo>
                  <a:lnTo>
                    <a:pt x="151935" y="0"/>
                  </a:lnTo>
                  <a:lnTo>
                    <a:pt x="151935" y="165752"/>
                  </a:lnTo>
                  <a:lnTo>
                    <a:pt x="0" y="16575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87" name="图片 386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3411" y="8522"/>
              <a:ext cx="261" cy="368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89" name="任意多边形 388"/>
            <p:cNvSpPr/>
            <p:nvPr/>
          </p:nvSpPr>
          <p:spPr>
            <a:xfrm>
              <a:off x="4118" y="8191"/>
              <a:ext cx="990" cy="467"/>
            </a:xfrm>
            <a:custGeom>
              <a:avLst/>
              <a:gdLst>
                <a:gd name="connisteX0" fmla="*/ 0 w 628457"/>
                <a:gd name="connsiteY0" fmla="*/ 0 h 296972"/>
                <a:gd name="connisteX1" fmla="*/ 628457 w 628457"/>
                <a:gd name="connsiteY1" fmla="*/ 0 h 296972"/>
                <a:gd name="connisteX2" fmla="*/ 628457 w 628457"/>
                <a:gd name="connsiteY2" fmla="*/ 296972 h 296972"/>
                <a:gd name="connisteX3" fmla="*/ 0 w 628457"/>
                <a:gd name="connsiteY3" fmla="*/ 296972 h 296972"/>
                <a:gd name="connisteX4" fmla="*/ 0 w 628457"/>
                <a:gd name="connsiteY4" fmla="*/ 0 h 29697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28457" h="296973">
                  <a:moveTo>
                    <a:pt x="0" y="0"/>
                  </a:moveTo>
                  <a:lnTo>
                    <a:pt x="628457" y="0"/>
                  </a:lnTo>
                  <a:lnTo>
                    <a:pt x="628457" y="296973"/>
                  </a:lnTo>
                  <a:lnTo>
                    <a:pt x="0" y="296973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90" name="图片 389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4107" y="8229"/>
              <a:ext cx="1012" cy="457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92" name="任意多边形 391"/>
            <p:cNvSpPr/>
            <p:nvPr/>
          </p:nvSpPr>
          <p:spPr>
            <a:xfrm>
              <a:off x="3371" y="9231"/>
              <a:ext cx="120" cy="258"/>
            </a:xfrm>
            <a:custGeom>
              <a:avLst/>
              <a:gdLst>
                <a:gd name="connisteX0" fmla="*/ 0 w 0"/>
                <a:gd name="connsiteY0" fmla="*/ 0 h 60499"/>
                <a:gd name="connisteX1" fmla="*/ 0 w 0"/>
                <a:gd name="connsiteY1" fmla="*/ 60499 h 604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60500">
                  <a:moveTo>
                    <a:pt x="0" y="0"/>
                  </a:moveTo>
                  <a:lnTo>
                    <a:pt x="0" y="60500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5" name="任意多边形 394"/>
            <p:cNvSpPr/>
            <p:nvPr/>
          </p:nvSpPr>
          <p:spPr>
            <a:xfrm>
              <a:off x="2025" y="9490"/>
              <a:ext cx="2447" cy="435"/>
            </a:xfrm>
            <a:custGeom>
              <a:avLst/>
              <a:gdLst>
                <a:gd name="connisteX0" fmla="*/ 0 w 1553878"/>
                <a:gd name="connsiteY0" fmla="*/ 48344 h 276253"/>
                <a:gd name="connisteX1" fmla="*/ 46616 w 1553878"/>
                <a:gd name="connsiteY1" fmla="*/ 0 h 276253"/>
                <a:gd name="connisteX2" fmla="*/ 1507261 w 1553878"/>
                <a:gd name="connsiteY2" fmla="*/ 0 h 276253"/>
                <a:gd name="connisteX3" fmla="*/ 1553878 w 1553878"/>
                <a:gd name="connsiteY3" fmla="*/ 48344 h 276253"/>
                <a:gd name="connisteX4" fmla="*/ 1553878 w 1553878"/>
                <a:gd name="connsiteY4" fmla="*/ 227909 h 276253"/>
                <a:gd name="connisteX5" fmla="*/ 1507261 w 1553878"/>
                <a:gd name="connsiteY5" fmla="*/ 276253 h 276253"/>
                <a:gd name="connisteX6" fmla="*/ 46616 w 1553878"/>
                <a:gd name="connsiteY6" fmla="*/ 276253 h 276253"/>
                <a:gd name="connisteX7" fmla="*/ 0 w 1553878"/>
                <a:gd name="connsiteY7" fmla="*/ 227909 h 276253"/>
                <a:gd name="connisteX8" fmla="*/ 0 w 1553878"/>
                <a:gd name="connsiteY8" fmla="*/ 48344 h 27625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553878" h="276254">
                  <a:moveTo>
                    <a:pt x="0" y="48344"/>
                  </a:moveTo>
                  <a:cubicBezTo>
                    <a:pt x="0" y="21645"/>
                    <a:pt x="20871" y="0"/>
                    <a:pt x="46616" y="0"/>
                  </a:cubicBezTo>
                  <a:lnTo>
                    <a:pt x="1507262" y="0"/>
                  </a:lnTo>
                  <a:cubicBezTo>
                    <a:pt x="1533007" y="0"/>
                    <a:pt x="1553878" y="21645"/>
                    <a:pt x="1553878" y="48344"/>
                  </a:cubicBezTo>
                  <a:lnTo>
                    <a:pt x="1553878" y="227909"/>
                  </a:lnTo>
                  <a:cubicBezTo>
                    <a:pt x="1553878" y="254609"/>
                    <a:pt x="1533007" y="276254"/>
                    <a:pt x="1507262" y="276254"/>
                  </a:cubicBezTo>
                  <a:lnTo>
                    <a:pt x="46616" y="276254"/>
                  </a:lnTo>
                  <a:cubicBezTo>
                    <a:pt x="20871" y="276254"/>
                    <a:pt x="0" y="254609"/>
                    <a:pt x="0" y="227909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FFD0AB"/>
            </a:solidFill>
            <a:ln w="6906" cap="flat">
              <a:solidFill>
                <a:srgbClr val="C4751B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6" name="任意多边形 395"/>
            <p:cNvSpPr/>
            <p:nvPr/>
          </p:nvSpPr>
          <p:spPr>
            <a:xfrm>
              <a:off x="2052" y="9507"/>
              <a:ext cx="2382" cy="391"/>
            </a:xfrm>
            <a:custGeom>
              <a:avLst/>
              <a:gdLst>
                <a:gd name="connisteX0" fmla="*/ 0 w 1512441"/>
                <a:gd name="connsiteY0" fmla="*/ 0 h 248628"/>
                <a:gd name="connisteX1" fmla="*/ 1512441 w 1512441"/>
                <a:gd name="connsiteY1" fmla="*/ 0 h 248628"/>
                <a:gd name="connisteX2" fmla="*/ 1512441 w 1512441"/>
                <a:gd name="connsiteY2" fmla="*/ 248628 h 248628"/>
                <a:gd name="connisteX3" fmla="*/ 0 w 1512441"/>
                <a:gd name="connsiteY3" fmla="*/ 248628 h 248628"/>
                <a:gd name="connisteX4" fmla="*/ 0 w 1512441"/>
                <a:gd name="connsiteY4" fmla="*/ 0 h 24862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512441" h="248628">
                  <a:moveTo>
                    <a:pt x="0" y="0"/>
                  </a:moveTo>
                  <a:lnTo>
                    <a:pt x="1512441" y="0"/>
                  </a:lnTo>
                  <a:lnTo>
                    <a:pt x="1512441" y="248628"/>
                  </a:lnTo>
                  <a:lnTo>
                    <a:pt x="0" y="24862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397" name="图片 396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2041" y="9588"/>
              <a:ext cx="2404" cy="28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399" name="任意多边形 398"/>
            <p:cNvSpPr/>
            <p:nvPr/>
          </p:nvSpPr>
          <p:spPr>
            <a:xfrm>
              <a:off x="5809" y="7457"/>
              <a:ext cx="1240" cy="543"/>
            </a:xfrm>
            <a:custGeom>
              <a:avLst/>
              <a:gdLst>
                <a:gd name="connisteX0" fmla="*/ 0 w 787298"/>
                <a:gd name="connsiteY0" fmla="*/ 48344 h 345317"/>
                <a:gd name="connisteX1" fmla="*/ 47237 w 787298"/>
                <a:gd name="connsiteY1" fmla="*/ 0 h 345317"/>
                <a:gd name="connisteX2" fmla="*/ 740060 w 787298"/>
                <a:gd name="connsiteY2" fmla="*/ 0 h 345317"/>
                <a:gd name="connisteX3" fmla="*/ 787298 w 787298"/>
                <a:gd name="connsiteY3" fmla="*/ 48344 h 345317"/>
                <a:gd name="connisteX4" fmla="*/ 787298 w 787298"/>
                <a:gd name="connsiteY4" fmla="*/ 296972 h 345317"/>
                <a:gd name="connisteX5" fmla="*/ 740060 w 787298"/>
                <a:gd name="connsiteY5" fmla="*/ 345317 h 345317"/>
                <a:gd name="connisteX6" fmla="*/ 47237 w 787298"/>
                <a:gd name="connsiteY6" fmla="*/ 345317 h 345317"/>
                <a:gd name="connisteX7" fmla="*/ 0 w 787298"/>
                <a:gd name="connsiteY7" fmla="*/ 296972 h 345317"/>
                <a:gd name="connisteX8" fmla="*/ 0 w 787298"/>
                <a:gd name="connsiteY8" fmla="*/ 48344 h 34531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787298" h="345317">
                  <a:moveTo>
                    <a:pt x="0" y="48344"/>
                  </a:moveTo>
                  <a:cubicBezTo>
                    <a:pt x="0" y="21645"/>
                    <a:pt x="21149" y="0"/>
                    <a:pt x="47238" y="0"/>
                  </a:cubicBezTo>
                  <a:lnTo>
                    <a:pt x="740060" y="0"/>
                  </a:lnTo>
                  <a:cubicBezTo>
                    <a:pt x="766149" y="0"/>
                    <a:pt x="787298" y="21645"/>
                    <a:pt x="787298" y="48344"/>
                  </a:cubicBezTo>
                  <a:lnTo>
                    <a:pt x="787298" y="296973"/>
                  </a:lnTo>
                  <a:cubicBezTo>
                    <a:pt x="787298" y="323673"/>
                    <a:pt x="766149" y="345317"/>
                    <a:pt x="740060" y="345317"/>
                  </a:cubicBezTo>
                  <a:lnTo>
                    <a:pt x="47238" y="345317"/>
                  </a:lnTo>
                  <a:cubicBezTo>
                    <a:pt x="21149" y="345317"/>
                    <a:pt x="0" y="323673"/>
                    <a:pt x="0" y="296973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EAF9FC"/>
            </a:solidFill>
            <a:ln w="6906" cap="flat">
              <a:solidFill>
                <a:srgbClr val="009AAD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00" name="任意多边形 399"/>
            <p:cNvSpPr/>
            <p:nvPr/>
          </p:nvSpPr>
          <p:spPr>
            <a:xfrm>
              <a:off x="5837" y="7473"/>
              <a:ext cx="1174" cy="500"/>
            </a:xfrm>
            <a:custGeom>
              <a:avLst/>
              <a:gdLst>
                <a:gd name="connisteX0" fmla="*/ 0 w 745861"/>
                <a:gd name="connsiteY0" fmla="*/ 0 h 317691"/>
                <a:gd name="connisteX1" fmla="*/ 745861 w 745861"/>
                <a:gd name="connsiteY1" fmla="*/ 0 h 317691"/>
                <a:gd name="connisteX2" fmla="*/ 745861 w 745861"/>
                <a:gd name="connsiteY2" fmla="*/ 317691 h 317691"/>
                <a:gd name="connisteX3" fmla="*/ 0 w 745861"/>
                <a:gd name="connsiteY3" fmla="*/ 317691 h 317691"/>
                <a:gd name="connisteX4" fmla="*/ 0 w 745861"/>
                <a:gd name="connsiteY4" fmla="*/ 0 h 3176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45862" h="317692">
                  <a:moveTo>
                    <a:pt x="0" y="0"/>
                  </a:moveTo>
                  <a:lnTo>
                    <a:pt x="745862" y="0"/>
                  </a:lnTo>
                  <a:lnTo>
                    <a:pt x="745862" y="317692"/>
                  </a:lnTo>
                  <a:lnTo>
                    <a:pt x="0" y="31769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01" name="图片 400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5826" y="7495"/>
              <a:ext cx="1196" cy="51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03" name="任意多边形 402"/>
            <p:cNvSpPr/>
            <p:nvPr/>
          </p:nvSpPr>
          <p:spPr>
            <a:xfrm>
              <a:off x="5771" y="8017"/>
              <a:ext cx="1305" cy="272"/>
            </a:xfrm>
            <a:custGeom>
              <a:avLst/>
              <a:gdLst>
                <a:gd name="connisteX0" fmla="*/ 0 w 828735"/>
                <a:gd name="connsiteY0" fmla="*/ 0 h 172658"/>
                <a:gd name="connisteX1" fmla="*/ 828735 w 828735"/>
                <a:gd name="connsiteY1" fmla="*/ 0 h 172658"/>
                <a:gd name="connisteX2" fmla="*/ 828735 w 828735"/>
                <a:gd name="connsiteY2" fmla="*/ 172658 h 172658"/>
                <a:gd name="connisteX3" fmla="*/ 0 w 828735"/>
                <a:gd name="connsiteY3" fmla="*/ 172658 h 172658"/>
                <a:gd name="connisteX4" fmla="*/ 0 w 828735"/>
                <a:gd name="connsiteY4" fmla="*/ 0 h 17265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28735" h="172659">
                  <a:moveTo>
                    <a:pt x="0" y="0"/>
                  </a:moveTo>
                  <a:lnTo>
                    <a:pt x="828735" y="0"/>
                  </a:lnTo>
                  <a:lnTo>
                    <a:pt x="828735" y="172659"/>
                  </a:lnTo>
                  <a:lnTo>
                    <a:pt x="0" y="172659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04" name="图片 403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5760" y="8060"/>
              <a:ext cx="1327" cy="250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06" name="任意多边形 405"/>
            <p:cNvSpPr/>
            <p:nvPr/>
          </p:nvSpPr>
          <p:spPr>
            <a:xfrm>
              <a:off x="7267" y="7370"/>
              <a:ext cx="1414" cy="522"/>
            </a:xfrm>
            <a:custGeom>
              <a:avLst/>
              <a:gdLst>
                <a:gd name="connisteX0" fmla="*/ 0 w 897796"/>
                <a:gd name="connsiteY0" fmla="*/ 48068 h 331504"/>
                <a:gd name="connisteX1" fmla="*/ 44889 w 897796"/>
                <a:gd name="connsiteY1" fmla="*/ 0 h 331504"/>
                <a:gd name="connisteX2" fmla="*/ 852906 w 897796"/>
                <a:gd name="connsiteY2" fmla="*/ 0 h 331504"/>
                <a:gd name="connisteX3" fmla="*/ 897796 w 897796"/>
                <a:gd name="connsiteY3" fmla="*/ 48068 h 331504"/>
                <a:gd name="connisteX4" fmla="*/ 897796 w 897796"/>
                <a:gd name="connsiteY4" fmla="*/ 283436 h 331504"/>
                <a:gd name="connisteX5" fmla="*/ 852906 w 897796"/>
                <a:gd name="connsiteY5" fmla="*/ 331504 h 331504"/>
                <a:gd name="connisteX6" fmla="*/ 44889 w 897796"/>
                <a:gd name="connsiteY6" fmla="*/ 331504 h 331504"/>
                <a:gd name="connisteX7" fmla="*/ 0 w 897796"/>
                <a:gd name="connsiteY7" fmla="*/ 283436 h 331504"/>
                <a:gd name="connisteX8" fmla="*/ 0 w 897796"/>
                <a:gd name="connsiteY8" fmla="*/ 48068 h 33150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897796" h="331505">
                  <a:moveTo>
                    <a:pt x="0" y="48068"/>
                  </a:moveTo>
                  <a:cubicBezTo>
                    <a:pt x="0" y="21521"/>
                    <a:pt x="20098" y="0"/>
                    <a:pt x="44890" y="0"/>
                  </a:cubicBezTo>
                  <a:lnTo>
                    <a:pt x="852906" y="0"/>
                  </a:lnTo>
                  <a:cubicBezTo>
                    <a:pt x="877698" y="0"/>
                    <a:pt x="897796" y="21521"/>
                    <a:pt x="897796" y="48068"/>
                  </a:cubicBezTo>
                  <a:lnTo>
                    <a:pt x="897796" y="283436"/>
                  </a:lnTo>
                  <a:cubicBezTo>
                    <a:pt x="897796" y="309984"/>
                    <a:pt x="877698" y="331505"/>
                    <a:pt x="852906" y="331505"/>
                  </a:cubicBezTo>
                  <a:lnTo>
                    <a:pt x="44890" y="331505"/>
                  </a:lnTo>
                  <a:cubicBezTo>
                    <a:pt x="20098" y="331505"/>
                    <a:pt x="0" y="309984"/>
                    <a:pt x="0" y="283436"/>
                  </a:cubicBezTo>
                  <a:lnTo>
                    <a:pt x="0" y="48068"/>
                  </a:lnTo>
                  <a:close/>
                </a:path>
              </a:pathLst>
            </a:custGeom>
            <a:solidFill>
              <a:srgbClr val="EDF7FF"/>
            </a:solidFill>
            <a:ln w="6906" cap="flat">
              <a:solidFill>
                <a:srgbClr val="C67E22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07" name="任意多边形 406"/>
            <p:cNvSpPr/>
            <p:nvPr/>
          </p:nvSpPr>
          <p:spPr>
            <a:xfrm>
              <a:off x="7294" y="7386"/>
              <a:ext cx="1349" cy="478"/>
            </a:xfrm>
            <a:custGeom>
              <a:avLst/>
              <a:gdLst>
                <a:gd name="connisteX0" fmla="*/ 0 w 856359"/>
                <a:gd name="connsiteY0" fmla="*/ 0 h 303879"/>
                <a:gd name="connisteX1" fmla="*/ 856359 w 856359"/>
                <a:gd name="connsiteY1" fmla="*/ 0 h 303879"/>
                <a:gd name="connisteX2" fmla="*/ 856359 w 856359"/>
                <a:gd name="connsiteY2" fmla="*/ 303879 h 303879"/>
                <a:gd name="connisteX3" fmla="*/ 0 w 856359"/>
                <a:gd name="connsiteY3" fmla="*/ 303879 h 303879"/>
                <a:gd name="connisteX4" fmla="*/ 0 w 856359"/>
                <a:gd name="connsiteY4" fmla="*/ 0 h 30387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56360" h="303879">
                  <a:moveTo>
                    <a:pt x="0" y="0"/>
                  </a:moveTo>
                  <a:lnTo>
                    <a:pt x="856360" y="0"/>
                  </a:lnTo>
                  <a:lnTo>
                    <a:pt x="856360" y="303879"/>
                  </a:lnTo>
                  <a:lnTo>
                    <a:pt x="0" y="303879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08" name="图片 407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83" y="7380"/>
              <a:ext cx="1370" cy="552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10" name="任意多边形 409"/>
            <p:cNvSpPr/>
            <p:nvPr/>
          </p:nvSpPr>
          <p:spPr>
            <a:xfrm>
              <a:off x="7267" y="8109"/>
              <a:ext cx="1414" cy="435"/>
            </a:xfrm>
            <a:custGeom>
              <a:avLst/>
              <a:gdLst>
                <a:gd name="connisteX0" fmla="*/ 0 w 897796"/>
                <a:gd name="connsiteY0" fmla="*/ 48344 h 276253"/>
                <a:gd name="connisteX1" fmla="*/ 44889 w 897796"/>
                <a:gd name="connsiteY1" fmla="*/ 0 h 276253"/>
                <a:gd name="connisteX2" fmla="*/ 852906 w 897796"/>
                <a:gd name="connsiteY2" fmla="*/ 0 h 276253"/>
                <a:gd name="connisteX3" fmla="*/ 897796 w 897796"/>
                <a:gd name="connsiteY3" fmla="*/ 48344 h 276253"/>
                <a:gd name="connisteX4" fmla="*/ 897796 w 897796"/>
                <a:gd name="connsiteY4" fmla="*/ 227909 h 276253"/>
                <a:gd name="connisteX5" fmla="*/ 852906 w 897796"/>
                <a:gd name="connsiteY5" fmla="*/ 276253 h 276253"/>
                <a:gd name="connisteX6" fmla="*/ 44889 w 897796"/>
                <a:gd name="connsiteY6" fmla="*/ 276253 h 276253"/>
                <a:gd name="connisteX7" fmla="*/ 0 w 897796"/>
                <a:gd name="connsiteY7" fmla="*/ 227909 h 276253"/>
                <a:gd name="connisteX8" fmla="*/ 0 w 897796"/>
                <a:gd name="connsiteY8" fmla="*/ 48344 h 27625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897796" h="276254">
                  <a:moveTo>
                    <a:pt x="0" y="48344"/>
                  </a:moveTo>
                  <a:cubicBezTo>
                    <a:pt x="0" y="21645"/>
                    <a:pt x="20098" y="0"/>
                    <a:pt x="44890" y="0"/>
                  </a:cubicBezTo>
                  <a:lnTo>
                    <a:pt x="852906" y="0"/>
                  </a:lnTo>
                  <a:cubicBezTo>
                    <a:pt x="877698" y="0"/>
                    <a:pt x="897796" y="21645"/>
                    <a:pt x="897796" y="48344"/>
                  </a:cubicBezTo>
                  <a:lnTo>
                    <a:pt x="897796" y="227909"/>
                  </a:lnTo>
                  <a:cubicBezTo>
                    <a:pt x="897796" y="254609"/>
                    <a:pt x="877698" y="276254"/>
                    <a:pt x="852906" y="276254"/>
                  </a:cubicBezTo>
                  <a:lnTo>
                    <a:pt x="44890" y="276254"/>
                  </a:lnTo>
                  <a:cubicBezTo>
                    <a:pt x="20098" y="276254"/>
                    <a:pt x="0" y="254609"/>
                    <a:pt x="0" y="227909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DCEBFC"/>
            </a:solidFill>
            <a:ln w="6906" cap="flat">
              <a:solidFill>
                <a:srgbClr val="C67E22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1" name="任意多边形 410"/>
            <p:cNvSpPr/>
            <p:nvPr/>
          </p:nvSpPr>
          <p:spPr>
            <a:xfrm>
              <a:off x="7294" y="8125"/>
              <a:ext cx="1349" cy="392"/>
            </a:xfrm>
            <a:custGeom>
              <a:avLst/>
              <a:gdLst>
                <a:gd name="connisteX0" fmla="*/ 0 w 856359"/>
                <a:gd name="connsiteY0" fmla="*/ 0 h 248628"/>
                <a:gd name="connisteX1" fmla="*/ 856359 w 856359"/>
                <a:gd name="connsiteY1" fmla="*/ 0 h 248628"/>
                <a:gd name="connisteX2" fmla="*/ 856359 w 856359"/>
                <a:gd name="connsiteY2" fmla="*/ 248628 h 248628"/>
                <a:gd name="connisteX3" fmla="*/ 0 w 856359"/>
                <a:gd name="connsiteY3" fmla="*/ 248628 h 248628"/>
                <a:gd name="connisteX4" fmla="*/ 0 w 856359"/>
                <a:gd name="connsiteY4" fmla="*/ 0 h 24862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56360" h="248628">
                  <a:moveTo>
                    <a:pt x="0" y="0"/>
                  </a:moveTo>
                  <a:lnTo>
                    <a:pt x="856360" y="0"/>
                  </a:lnTo>
                  <a:lnTo>
                    <a:pt x="856360" y="248628"/>
                  </a:lnTo>
                  <a:lnTo>
                    <a:pt x="0" y="24862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12" name="图片 411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83" y="8202"/>
              <a:ext cx="1370" cy="30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14" name="任意多边形 413"/>
            <p:cNvSpPr/>
            <p:nvPr/>
          </p:nvSpPr>
          <p:spPr>
            <a:xfrm>
              <a:off x="7267" y="8794"/>
              <a:ext cx="1414" cy="435"/>
            </a:xfrm>
            <a:custGeom>
              <a:avLst/>
              <a:gdLst>
                <a:gd name="connisteX0" fmla="*/ 0 w 897796"/>
                <a:gd name="connsiteY0" fmla="*/ 48344 h 276253"/>
                <a:gd name="connisteX1" fmla="*/ 44889 w 897796"/>
                <a:gd name="connsiteY1" fmla="*/ 0 h 276253"/>
                <a:gd name="connisteX2" fmla="*/ 852906 w 897796"/>
                <a:gd name="connsiteY2" fmla="*/ 0 h 276253"/>
                <a:gd name="connisteX3" fmla="*/ 897796 w 897796"/>
                <a:gd name="connsiteY3" fmla="*/ 48344 h 276253"/>
                <a:gd name="connisteX4" fmla="*/ 897796 w 897796"/>
                <a:gd name="connsiteY4" fmla="*/ 227909 h 276253"/>
                <a:gd name="connisteX5" fmla="*/ 852906 w 897796"/>
                <a:gd name="connsiteY5" fmla="*/ 276253 h 276253"/>
                <a:gd name="connisteX6" fmla="*/ 44889 w 897796"/>
                <a:gd name="connsiteY6" fmla="*/ 276253 h 276253"/>
                <a:gd name="connisteX7" fmla="*/ 0 w 897796"/>
                <a:gd name="connsiteY7" fmla="*/ 227909 h 276253"/>
                <a:gd name="connisteX8" fmla="*/ 0 w 897796"/>
                <a:gd name="connsiteY8" fmla="*/ 48344 h 27625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897796" h="276254">
                  <a:moveTo>
                    <a:pt x="0" y="48344"/>
                  </a:moveTo>
                  <a:cubicBezTo>
                    <a:pt x="0" y="21645"/>
                    <a:pt x="20098" y="0"/>
                    <a:pt x="44890" y="0"/>
                  </a:cubicBezTo>
                  <a:lnTo>
                    <a:pt x="852906" y="0"/>
                  </a:lnTo>
                  <a:cubicBezTo>
                    <a:pt x="877698" y="0"/>
                    <a:pt x="897796" y="21645"/>
                    <a:pt x="897796" y="48344"/>
                  </a:cubicBezTo>
                  <a:lnTo>
                    <a:pt x="897796" y="227909"/>
                  </a:lnTo>
                  <a:cubicBezTo>
                    <a:pt x="897796" y="254609"/>
                    <a:pt x="877698" y="276254"/>
                    <a:pt x="852906" y="276254"/>
                  </a:cubicBezTo>
                  <a:lnTo>
                    <a:pt x="44890" y="276254"/>
                  </a:lnTo>
                  <a:cubicBezTo>
                    <a:pt x="20098" y="276254"/>
                    <a:pt x="0" y="254609"/>
                    <a:pt x="0" y="227909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FFD4AF"/>
            </a:solidFill>
            <a:ln w="6906" cap="flat">
              <a:solidFill>
                <a:srgbClr val="C67E22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5" name="任意多边形 414"/>
            <p:cNvSpPr/>
            <p:nvPr/>
          </p:nvSpPr>
          <p:spPr>
            <a:xfrm>
              <a:off x="7294" y="8811"/>
              <a:ext cx="1349" cy="391"/>
            </a:xfrm>
            <a:custGeom>
              <a:avLst/>
              <a:gdLst>
                <a:gd name="connisteX0" fmla="*/ 0 w 856359"/>
                <a:gd name="connsiteY0" fmla="*/ 0 h 248628"/>
                <a:gd name="connisteX1" fmla="*/ 856359 w 856359"/>
                <a:gd name="connsiteY1" fmla="*/ 0 h 248628"/>
                <a:gd name="connisteX2" fmla="*/ 856359 w 856359"/>
                <a:gd name="connsiteY2" fmla="*/ 248628 h 248628"/>
                <a:gd name="connisteX3" fmla="*/ 0 w 856359"/>
                <a:gd name="connsiteY3" fmla="*/ 248628 h 248628"/>
                <a:gd name="connisteX4" fmla="*/ 0 w 856359"/>
                <a:gd name="connsiteY4" fmla="*/ 0 h 24862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856360" h="248628">
                  <a:moveTo>
                    <a:pt x="0" y="0"/>
                  </a:moveTo>
                  <a:lnTo>
                    <a:pt x="856360" y="0"/>
                  </a:lnTo>
                  <a:lnTo>
                    <a:pt x="856360" y="248628"/>
                  </a:lnTo>
                  <a:lnTo>
                    <a:pt x="0" y="24862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16" name="图片 415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83" y="8887"/>
              <a:ext cx="1370" cy="302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18" name="任意多边形 417"/>
            <p:cNvSpPr/>
            <p:nvPr/>
          </p:nvSpPr>
          <p:spPr>
            <a:xfrm>
              <a:off x="7044" y="7690"/>
              <a:ext cx="120" cy="968"/>
            </a:xfrm>
            <a:custGeom>
              <a:avLst/>
              <a:gdLst>
                <a:gd name="connisteX0" fmla="*/ 0 w 60912"/>
                <a:gd name="connsiteY0" fmla="*/ 0 h 821854"/>
                <a:gd name="connisteX1" fmla="*/ 27624 w 60912"/>
                <a:gd name="connsiteY1" fmla="*/ 0 h 821854"/>
                <a:gd name="connisteX2" fmla="*/ 27624 w 60912"/>
                <a:gd name="connsiteY2" fmla="*/ 442006 h 821854"/>
                <a:gd name="connisteX3" fmla="*/ 27624 w 60912"/>
                <a:gd name="connsiteY3" fmla="*/ 821854 h 821854"/>
                <a:gd name="connisteX4" fmla="*/ 60912 w 60912"/>
                <a:gd name="connsiteY4" fmla="*/ 821854 h 82185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0912" h="821855">
                  <a:moveTo>
                    <a:pt x="0" y="0"/>
                  </a:moveTo>
                  <a:lnTo>
                    <a:pt x="27625" y="0"/>
                  </a:lnTo>
                  <a:lnTo>
                    <a:pt x="27625" y="442006"/>
                  </a:lnTo>
                  <a:lnTo>
                    <a:pt x="27625" y="821855"/>
                  </a:lnTo>
                  <a:lnTo>
                    <a:pt x="60912" y="821855"/>
                  </a:lnTo>
                </a:path>
              </a:pathLst>
            </a:custGeom>
            <a:noFill/>
            <a:ln w="19050" cap="flat">
              <a:solidFill>
                <a:srgbClr val="00A6AE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24" name="任意多边形 423"/>
            <p:cNvSpPr/>
            <p:nvPr/>
          </p:nvSpPr>
          <p:spPr>
            <a:xfrm flipV="1">
              <a:off x="7097" y="7840"/>
              <a:ext cx="860" cy="151"/>
            </a:xfrm>
            <a:custGeom>
              <a:avLst/>
              <a:gdLst>
                <a:gd name="connisteX0" fmla="*/ 0 w 443718"/>
                <a:gd name="connsiteY0" fmla="*/ 0 h 0"/>
                <a:gd name="connisteX1" fmla="*/ 443718 w 443718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43719">
                  <a:moveTo>
                    <a:pt x="0" y="0"/>
                  </a:moveTo>
                  <a:lnTo>
                    <a:pt x="443719" y="0"/>
                  </a:lnTo>
                </a:path>
              </a:pathLst>
            </a:custGeom>
            <a:noFill/>
            <a:ln w="19050" cap="flat">
              <a:solidFill>
                <a:srgbClr val="00A6AE"/>
              </a:solidFill>
              <a:custDash>
                <a:ds d="300000" sp="300000"/>
              </a:custDash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27" name="任意多边形 426"/>
            <p:cNvSpPr/>
            <p:nvPr/>
          </p:nvSpPr>
          <p:spPr>
            <a:xfrm flipV="1">
              <a:off x="7097" y="8538"/>
              <a:ext cx="860" cy="120"/>
            </a:xfrm>
            <a:custGeom>
              <a:avLst/>
              <a:gdLst>
                <a:gd name="connisteX0" fmla="*/ 0 w 443718"/>
                <a:gd name="connsiteY0" fmla="*/ 0 h 0"/>
                <a:gd name="connisteX1" fmla="*/ 443718 w 443718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43719">
                  <a:moveTo>
                    <a:pt x="0" y="0"/>
                  </a:moveTo>
                  <a:lnTo>
                    <a:pt x="443719" y="0"/>
                  </a:lnTo>
                </a:path>
              </a:pathLst>
            </a:custGeom>
            <a:noFill/>
            <a:ln w="19050" cap="flat">
              <a:solidFill>
                <a:srgbClr val="00A6AE"/>
              </a:solidFill>
              <a:custDash>
                <a:ds d="300000" sp="300000"/>
              </a:custDash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0" name="任意多边形 429"/>
            <p:cNvSpPr/>
            <p:nvPr/>
          </p:nvSpPr>
          <p:spPr>
            <a:xfrm flipH="1">
              <a:off x="7841" y="7897"/>
              <a:ext cx="120" cy="213"/>
            </a:xfrm>
            <a:custGeom>
              <a:avLst/>
              <a:gdLst>
                <a:gd name="connisteX0" fmla="*/ 0 w 0"/>
                <a:gd name="connsiteY0" fmla="*/ 0 h 46686"/>
                <a:gd name="connisteX1" fmla="*/ 0 w 0"/>
                <a:gd name="connsiteY1" fmla="*/ 46686 h 4668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46687">
                  <a:moveTo>
                    <a:pt x="0" y="0"/>
                  </a:moveTo>
                  <a:lnTo>
                    <a:pt x="0" y="46687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miter/>
              <a:tailEnd type="triangle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3" name="任意多边形 432"/>
            <p:cNvSpPr/>
            <p:nvPr/>
          </p:nvSpPr>
          <p:spPr>
            <a:xfrm flipH="1">
              <a:off x="7841" y="8549"/>
              <a:ext cx="120" cy="246"/>
            </a:xfrm>
            <a:custGeom>
              <a:avLst/>
              <a:gdLst>
                <a:gd name="connisteX0" fmla="*/ 0 w 0"/>
                <a:gd name="connsiteY0" fmla="*/ 0 h 60499"/>
                <a:gd name="connisteX1" fmla="*/ 0 w 0"/>
                <a:gd name="connsiteY1" fmla="*/ 60499 h 604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60500">
                  <a:moveTo>
                    <a:pt x="0" y="0"/>
                  </a:moveTo>
                  <a:lnTo>
                    <a:pt x="0" y="60500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miter/>
              <a:tailEnd type="triangle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6" name="任意多边形 435"/>
            <p:cNvSpPr/>
            <p:nvPr/>
          </p:nvSpPr>
          <p:spPr>
            <a:xfrm>
              <a:off x="8012" y="8539"/>
              <a:ext cx="239" cy="261"/>
            </a:xfrm>
            <a:custGeom>
              <a:avLst/>
              <a:gdLst>
                <a:gd name="connisteX0" fmla="*/ 0 w 151934"/>
                <a:gd name="connsiteY0" fmla="*/ 0 h 165752"/>
                <a:gd name="connisteX1" fmla="*/ 151934 w 151934"/>
                <a:gd name="connsiteY1" fmla="*/ 0 h 165752"/>
                <a:gd name="connisteX2" fmla="*/ 151934 w 151934"/>
                <a:gd name="connsiteY2" fmla="*/ 165752 h 165752"/>
                <a:gd name="connisteX3" fmla="*/ 0 w 151934"/>
                <a:gd name="connsiteY3" fmla="*/ 165752 h 165752"/>
                <a:gd name="connisteX4" fmla="*/ 0 w 151934"/>
                <a:gd name="connsiteY4" fmla="*/ 0 h 16575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51935" h="165752">
                  <a:moveTo>
                    <a:pt x="0" y="0"/>
                  </a:moveTo>
                  <a:lnTo>
                    <a:pt x="151935" y="0"/>
                  </a:lnTo>
                  <a:lnTo>
                    <a:pt x="151935" y="165752"/>
                  </a:lnTo>
                  <a:lnTo>
                    <a:pt x="0" y="16575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37" name="图片 436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8001" y="8522"/>
              <a:ext cx="261" cy="368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39" name="任意多边形 438"/>
            <p:cNvSpPr/>
            <p:nvPr/>
          </p:nvSpPr>
          <p:spPr>
            <a:xfrm>
              <a:off x="8708" y="8191"/>
              <a:ext cx="990" cy="467"/>
            </a:xfrm>
            <a:custGeom>
              <a:avLst/>
              <a:gdLst>
                <a:gd name="connisteX0" fmla="*/ 0 w 628457"/>
                <a:gd name="connsiteY0" fmla="*/ 0 h 296972"/>
                <a:gd name="connisteX1" fmla="*/ 628457 w 628457"/>
                <a:gd name="connsiteY1" fmla="*/ 0 h 296972"/>
                <a:gd name="connisteX2" fmla="*/ 628457 w 628457"/>
                <a:gd name="connsiteY2" fmla="*/ 296972 h 296972"/>
                <a:gd name="connisteX3" fmla="*/ 0 w 628457"/>
                <a:gd name="connsiteY3" fmla="*/ 296972 h 296972"/>
                <a:gd name="connisteX4" fmla="*/ 0 w 628457"/>
                <a:gd name="connsiteY4" fmla="*/ 0 h 29697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28457" h="296973">
                  <a:moveTo>
                    <a:pt x="0" y="0"/>
                  </a:moveTo>
                  <a:lnTo>
                    <a:pt x="628457" y="0"/>
                  </a:lnTo>
                  <a:lnTo>
                    <a:pt x="628457" y="296973"/>
                  </a:lnTo>
                  <a:lnTo>
                    <a:pt x="0" y="296973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40" name="图片 439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8697" y="8229"/>
              <a:ext cx="1011" cy="457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42" name="任意多边形 441"/>
            <p:cNvSpPr/>
            <p:nvPr/>
          </p:nvSpPr>
          <p:spPr>
            <a:xfrm flipH="1">
              <a:off x="7841" y="9229"/>
              <a:ext cx="120" cy="260"/>
            </a:xfrm>
            <a:custGeom>
              <a:avLst/>
              <a:gdLst>
                <a:gd name="connisteX0" fmla="*/ 0 w 0"/>
                <a:gd name="connsiteY0" fmla="*/ 0 h 60499"/>
                <a:gd name="connisteX1" fmla="*/ 0 w 0"/>
                <a:gd name="connsiteY1" fmla="*/ 60499 h 604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60500">
                  <a:moveTo>
                    <a:pt x="0" y="0"/>
                  </a:moveTo>
                  <a:lnTo>
                    <a:pt x="0" y="60500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45" name="任意多边形 444"/>
            <p:cNvSpPr/>
            <p:nvPr/>
          </p:nvSpPr>
          <p:spPr>
            <a:xfrm>
              <a:off x="6614" y="9490"/>
              <a:ext cx="2447" cy="435"/>
            </a:xfrm>
            <a:custGeom>
              <a:avLst/>
              <a:gdLst>
                <a:gd name="connisteX0" fmla="*/ 0 w 1553878"/>
                <a:gd name="connsiteY0" fmla="*/ 48344 h 276253"/>
                <a:gd name="connisteX1" fmla="*/ 46616 w 1553878"/>
                <a:gd name="connsiteY1" fmla="*/ 0 h 276253"/>
                <a:gd name="connisteX2" fmla="*/ 1507261 w 1553878"/>
                <a:gd name="connsiteY2" fmla="*/ 0 h 276253"/>
                <a:gd name="connisteX3" fmla="*/ 1553878 w 1553878"/>
                <a:gd name="connsiteY3" fmla="*/ 48344 h 276253"/>
                <a:gd name="connisteX4" fmla="*/ 1553878 w 1553878"/>
                <a:gd name="connsiteY4" fmla="*/ 227909 h 276253"/>
                <a:gd name="connisteX5" fmla="*/ 1507261 w 1553878"/>
                <a:gd name="connsiteY5" fmla="*/ 276253 h 276253"/>
                <a:gd name="connisteX6" fmla="*/ 46616 w 1553878"/>
                <a:gd name="connsiteY6" fmla="*/ 276253 h 276253"/>
                <a:gd name="connisteX7" fmla="*/ 0 w 1553878"/>
                <a:gd name="connsiteY7" fmla="*/ 227909 h 276253"/>
                <a:gd name="connisteX8" fmla="*/ 0 w 1553878"/>
                <a:gd name="connsiteY8" fmla="*/ 48344 h 27625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553878" h="276254">
                  <a:moveTo>
                    <a:pt x="0" y="48344"/>
                  </a:moveTo>
                  <a:cubicBezTo>
                    <a:pt x="0" y="21645"/>
                    <a:pt x="20871" y="0"/>
                    <a:pt x="46616" y="0"/>
                  </a:cubicBezTo>
                  <a:lnTo>
                    <a:pt x="1507262" y="0"/>
                  </a:lnTo>
                  <a:cubicBezTo>
                    <a:pt x="1533007" y="0"/>
                    <a:pt x="1553878" y="21645"/>
                    <a:pt x="1553878" y="48344"/>
                  </a:cubicBezTo>
                  <a:lnTo>
                    <a:pt x="1553878" y="227909"/>
                  </a:lnTo>
                  <a:cubicBezTo>
                    <a:pt x="1553878" y="254609"/>
                    <a:pt x="1533007" y="276254"/>
                    <a:pt x="1507262" y="276254"/>
                  </a:cubicBezTo>
                  <a:lnTo>
                    <a:pt x="46616" y="276254"/>
                  </a:lnTo>
                  <a:cubicBezTo>
                    <a:pt x="20871" y="276254"/>
                    <a:pt x="0" y="254609"/>
                    <a:pt x="0" y="227909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FFD0AB"/>
            </a:solidFill>
            <a:ln w="6906" cap="flat">
              <a:solidFill>
                <a:srgbClr val="C4751B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46" name="任意多边形 445"/>
            <p:cNvSpPr/>
            <p:nvPr/>
          </p:nvSpPr>
          <p:spPr>
            <a:xfrm>
              <a:off x="6641" y="9507"/>
              <a:ext cx="2382" cy="391"/>
            </a:xfrm>
            <a:custGeom>
              <a:avLst/>
              <a:gdLst>
                <a:gd name="connisteX0" fmla="*/ 0 w 1512441"/>
                <a:gd name="connsiteY0" fmla="*/ 0 h 248628"/>
                <a:gd name="connisteX1" fmla="*/ 1512441 w 1512441"/>
                <a:gd name="connsiteY1" fmla="*/ 0 h 248628"/>
                <a:gd name="connisteX2" fmla="*/ 1512441 w 1512441"/>
                <a:gd name="connsiteY2" fmla="*/ 248628 h 248628"/>
                <a:gd name="connisteX3" fmla="*/ 0 w 1512441"/>
                <a:gd name="connsiteY3" fmla="*/ 248628 h 248628"/>
                <a:gd name="connisteX4" fmla="*/ 0 w 1512441"/>
                <a:gd name="connsiteY4" fmla="*/ 0 h 24862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512441" h="248628">
                  <a:moveTo>
                    <a:pt x="0" y="0"/>
                  </a:moveTo>
                  <a:lnTo>
                    <a:pt x="1512441" y="0"/>
                  </a:lnTo>
                  <a:lnTo>
                    <a:pt x="1512441" y="248628"/>
                  </a:lnTo>
                  <a:lnTo>
                    <a:pt x="0" y="248628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47" name="图片 446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631" y="9588"/>
              <a:ext cx="2403" cy="28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49" name="任意多边形 448"/>
            <p:cNvSpPr/>
            <p:nvPr/>
          </p:nvSpPr>
          <p:spPr>
            <a:xfrm>
              <a:off x="4470" y="7707"/>
              <a:ext cx="1339" cy="2012"/>
            </a:xfrm>
            <a:custGeom>
              <a:avLst/>
              <a:gdLst>
                <a:gd name="connisteX0" fmla="*/ 0 w 679631"/>
                <a:gd name="connsiteY0" fmla="*/ 1277673 h 1277673"/>
                <a:gd name="connisteX1" fmla="*/ 545583 w 679631"/>
                <a:gd name="connsiteY1" fmla="*/ 1277673 h 1277673"/>
                <a:gd name="connisteX2" fmla="*/ 545583 w 679631"/>
                <a:gd name="connsiteY2" fmla="*/ 642290 h 1277673"/>
                <a:gd name="connisteX3" fmla="*/ 545583 w 679631"/>
                <a:gd name="connsiteY3" fmla="*/ 0 h 1277673"/>
                <a:gd name="connisteX4" fmla="*/ 679631 w 679631"/>
                <a:gd name="connsiteY4" fmla="*/ 0 h 127767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79632" h="1277674">
                  <a:moveTo>
                    <a:pt x="0" y="1277674"/>
                  </a:moveTo>
                  <a:lnTo>
                    <a:pt x="545584" y="1277674"/>
                  </a:lnTo>
                  <a:lnTo>
                    <a:pt x="545584" y="642290"/>
                  </a:lnTo>
                  <a:lnTo>
                    <a:pt x="545584" y="0"/>
                  </a:lnTo>
                  <a:lnTo>
                    <a:pt x="679632" y="0"/>
                  </a:lnTo>
                </a:path>
              </a:pathLst>
            </a:custGeom>
            <a:noFill/>
            <a:ln w="25400" cap="flat">
              <a:solidFill>
                <a:srgbClr val="5997FF"/>
              </a:solidFill>
              <a:miter/>
              <a:tailEnd type="triangl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2" name="任意多边形 451"/>
            <p:cNvSpPr/>
            <p:nvPr/>
          </p:nvSpPr>
          <p:spPr>
            <a:xfrm>
              <a:off x="4586" y="9235"/>
              <a:ext cx="565" cy="326"/>
            </a:xfrm>
            <a:custGeom>
              <a:avLst/>
              <a:gdLst>
                <a:gd name="connisteX0" fmla="*/ 0 w 359118"/>
                <a:gd name="connsiteY0" fmla="*/ 0 h 207190"/>
                <a:gd name="connisteX1" fmla="*/ 359118 w 359118"/>
                <a:gd name="connsiteY1" fmla="*/ 0 h 207190"/>
                <a:gd name="connisteX2" fmla="*/ 359118 w 359118"/>
                <a:gd name="connsiteY2" fmla="*/ 207190 h 207190"/>
                <a:gd name="connisteX3" fmla="*/ 0 w 359118"/>
                <a:gd name="connsiteY3" fmla="*/ 207190 h 207190"/>
                <a:gd name="connisteX4" fmla="*/ 0 w 359118"/>
                <a:gd name="connsiteY4" fmla="*/ 0 h 20719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59119" h="207190">
                  <a:moveTo>
                    <a:pt x="0" y="0"/>
                  </a:moveTo>
                  <a:lnTo>
                    <a:pt x="359119" y="0"/>
                  </a:lnTo>
                  <a:lnTo>
                    <a:pt x="359119" y="207190"/>
                  </a:lnTo>
                  <a:lnTo>
                    <a:pt x="0" y="20719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458" name="任意多边形 457"/>
            <p:cNvSpPr/>
            <p:nvPr/>
          </p:nvSpPr>
          <p:spPr>
            <a:xfrm>
              <a:off x="9263" y="9296"/>
              <a:ext cx="848" cy="326"/>
            </a:xfrm>
            <a:custGeom>
              <a:avLst/>
              <a:gdLst>
                <a:gd name="connisteX0" fmla="*/ 0 w 538677"/>
                <a:gd name="connsiteY0" fmla="*/ 0 h 207190"/>
                <a:gd name="connisteX1" fmla="*/ 538677 w 538677"/>
                <a:gd name="connsiteY1" fmla="*/ 0 h 207190"/>
                <a:gd name="connisteX2" fmla="*/ 538677 w 538677"/>
                <a:gd name="connsiteY2" fmla="*/ 207190 h 207190"/>
                <a:gd name="connisteX3" fmla="*/ 0 w 538677"/>
                <a:gd name="connsiteY3" fmla="*/ 207190 h 207190"/>
                <a:gd name="connisteX4" fmla="*/ 0 w 538677"/>
                <a:gd name="connsiteY4" fmla="*/ 0 h 20719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538678" h="207190">
                  <a:moveTo>
                    <a:pt x="0" y="0"/>
                  </a:moveTo>
                  <a:lnTo>
                    <a:pt x="538678" y="0"/>
                  </a:lnTo>
                  <a:lnTo>
                    <a:pt x="538678" y="207190"/>
                  </a:lnTo>
                  <a:lnTo>
                    <a:pt x="0" y="207190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sp>
          <p:nvSpPr>
            <p:cNvPr id="461" name="任意多边形 460"/>
            <p:cNvSpPr/>
            <p:nvPr/>
          </p:nvSpPr>
          <p:spPr>
            <a:xfrm>
              <a:off x="5064" y="8365"/>
              <a:ext cx="609" cy="380"/>
            </a:xfrm>
            <a:custGeom>
              <a:avLst/>
              <a:gdLst>
                <a:gd name="connisteX0" fmla="*/ 0 w 386743"/>
                <a:gd name="connsiteY0" fmla="*/ 0 h 241722"/>
                <a:gd name="connisteX1" fmla="*/ 386743 w 386743"/>
                <a:gd name="connsiteY1" fmla="*/ 0 h 241722"/>
                <a:gd name="connisteX2" fmla="*/ 386743 w 386743"/>
                <a:gd name="connsiteY2" fmla="*/ 241722 h 241722"/>
                <a:gd name="connisteX3" fmla="*/ 0 w 386743"/>
                <a:gd name="connsiteY3" fmla="*/ 241722 h 241722"/>
                <a:gd name="connisteX4" fmla="*/ 0 w 386743"/>
                <a:gd name="connsiteY4" fmla="*/ 0 h 2417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86743" h="241722">
                  <a:moveTo>
                    <a:pt x="0" y="0"/>
                  </a:moveTo>
                  <a:lnTo>
                    <a:pt x="386743" y="0"/>
                  </a:lnTo>
                  <a:lnTo>
                    <a:pt x="386743" y="241722"/>
                  </a:lnTo>
                  <a:lnTo>
                    <a:pt x="0" y="24172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62" name="图片 461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5054" y="8359"/>
              <a:ext cx="630" cy="50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64" name="任意多边形 463"/>
            <p:cNvSpPr/>
            <p:nvPr/>
          </p:nvSpPr>
          <p:spPr>
            <a:xfrm>
              <a:off x="10225" y="7380"/>
              <a:ext cx="1903" cy="544"/>
            </a:xfrm>
            <a:custGeom>
              <a:avLst/>
              <a:gdLst>
                <a:gd name="connisteX0" fmla="*/ 0 w 1208571"/>
                <a:gd name="connsiteY0" fmla="*/ 48344 h 345317"/>
                <a:gd name="connisteX1" fmla="*/ 48342 w 1208571"/>
                <a:gd name="connsiteY1" fmla="*/ 0 h 345317"/>
                <a:gd name="connisteX2" fmla="*/ 1160229 w 1208571"/>
                <a:gd name="connsiteY2" fmla="*/ 0 h 345317"/>
                <a:gd name="connisteX3" fmla="*/ 1208571 w 1208571"/>
                <a:gd name="connsiteY3" fmla="*/ 48344 h 345317"/>
                <a:gd name="connisteX4" fmla="*/ 1208571 w 1208571"/>
                <a:gd name="connsiteY4" fmla="*/ 296972 h 345317"/>
                <a:gd name="connisteX5" fmla="*/ 1160229 w 1208571"/>
                <a:gd name="connsiteY5" fmla="*/ 345317 h 345317"/>
                <a:gd name="connisteX6" fmla="*/ 48342 w 1208571"/>
                <a:gd name="connsiteY6" fmla="*/ 345317 h 345317"/>
                <a:gd name="connisteX7" fmla="*/ 0 w 1208571"/>
                <a:gd name="connsiteY7" fmla="*/ 296972 h 345317"/>
                <a:gd name="connisteX8" fmla="*/ 0 w 1208571"/>
                <a:gd name="connsiteY8" fmla="*/ 48344 h 34531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208572" h="345317">
                  <a:moveTo>
                    <a:pt x="0" y="48344"/>
                  </a:moveTo>
                  <a:cubicBezTo>
                    <a:pt x="0" y="21645"/>
                    <a:pt x="21644" y="0"/>
                    <a:pt x="48343" y="0"/>
                  </a:cubicBezTo>
                  <a:lnTo>
                    <a:pt x="1160229" y="0"/>
                  </a:lnTo>
                  <a:cubicBezTo>
                    <a:pt x="1186928" y="0"/>
                    <a:pt x="1208572" y="21645"/>
                    <a:pt x="1208572" y="48344"/>
                  </a:cubicBezTo>
                  <a:lnTo>
                    <a:pt x="1208572" y="296973"/>
                  </a:lnTo>
                  <a:cubicBezTo>
                    <a:pt x="1208572" y="323673"/>
                    <a:pt x="1186928" y="345317"/>
                    <a:pt x="1160229" y="345317"/>
                  </a:cubicBezTo>
                  <a:lnTo>
                    <a:pt x="48343" y="345317"/>
                  </a:lnTo>
                  <a:cubicBezTo>
                    <a:pt x="21644" y="345317"/>
                    <a:pt x="0" y="323673"/>
                    <a:pt x="0" y="296973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FFF8E4"/>
            </a:solidFill>
            <a:ln w="6906" cap="flat">
              <a:solidFill>
                <a:srgbClr val="FF861B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5" name="任意多边形 464"/>
            <p:cNvSpPr/>
            <p:nvPr/>
          </p:nvSpPr>
          <p:spPr>
            <a:xfrm>
              <a:off x="10252" y="7397"/>
              <a:ext cx="1838" cy="500"/>
            </a:xfrm>
            <a:custGeom>
              <a:avLst/>
              <a:gdLst>
                <a:gd name="connisteX0" fmla="*/ 0 w 1167135"/>
                <a:gd name="connsiteY0" fmla="*/ 0 h 317691"/>
                <a:gd name="connisteX1" fmla="*/ 1167135 w 1167135"/>
                <a:gd name="connsiteY1" fmla="*/ 0 h 317691"/>
                <a:gd name="connisteX2" fmla="*/ 1167135 w 1167135"/>
                <a:gd name="connsiteY2" fmla="*/ 317691 h 317691"/>
                <a:gd name="connisteX3" fmla="*/ 0 w 1167135"/>
                <a:gd name="connsiteY3" fmla="*/ 317691 h 317691"/>
                <a:gd name="connisteX4" fmla="*/ 0 w 1167135"/>
                <a:gd name="connsiteY4" fmla="*/ 0 h 3176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167135" h="317692">
                  <a:moveTo>
                    <a:pt x="0" y="0"/>
                  </a:moveTo>
                  <a:lnTo>
                    <a:pt x="1167135" y="0"/>
                  </a:lnTo>
                  <a:lnTo>
                    <a:pt x="1167135" y="317692"/>
                  </a:lnTo>
                  <a:lnTo>
                    <a:pt x="0" y="31769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66" name="图片 465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10241" y="7429"/>
              <a:ext cx="1860" cy="493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68" name="任意多边形 467"/>
            <p:cNvSpPr/>
            <p:nvPr/>
          </p:nvSpPr>
          <p:spPr>
            <a:xfrm>
              <a:off x="12313" y="7380"/>
              <a:ext cx="1621" cy="544"/>
            </a:xfrm>
            <a:custGeom>
              <a:avLst/>
              <a:gdLst>
                <a:gd name="connisteX0" fmla="*/ 0 w 1029012"/>
                <a:gd name="connsiteY0" fmla="*/ 48344 h 345317"/>
                <a:gd name="connisteX1" fmla="*/ 46305 w 1029012"/>
                <a:gd name="connsiteY1" fmla="*/ 0 h 345317"/>
                <a:gd name="connisteX2" fmla="*/ 982707 w 1029012"/>
                <a:gd name="connsiteY2" fmla="*/ 0 h 345317"/>
                <a:gd name="connisteX3" fmla="*/ 1029012 w 1029012"/>
                <a:gd name="connsiteY3" fmla="*/ 48344 h 345317"/>
                <a:gd name="connisteX4" fmla="*/ 1029012 w 1029012"/>
                <a:gd name="connsiteY4" fmla="*/ 296972 h 345317"/>
                <a:gd name="connisteX5" fmla="*/ 982707 w 1029012"/>
                <a:gd name="connsiteY5" fmla="*/ 345317 h 345317"/>
                <a:gd name="connisteX6" fmla="*/ 46305 w 1029012"/>
                <a:gd name="connsiteY6" fmla="*/ 345317 h 345317"/>
                <a:gd name="connisteX7" fmla="*/ 0 w 1029012"/>
                <a:gd name="connsiteY7" fmla="*/ 296972 h 345317"/>
                <a:gd name="connisteX8" fmla="*/ 0 w 1029012"/>
                <a:gd name="connsiteY8" fmla="*/ 48344 h 34531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029013" h="345317">
                  <a:moveTo>
                    <a:pt x="0" y="48344"/>
                  </a:moveTo>
                  <a:cubicBezTo>
                    <a:pt x="0" y="21645"/>
                    <a:pt x="20732" y="0"/>
                    <a:pt x="46306" y="0"/>
                  </a:cubicBezTo>
                  <a:lnTo>
                    <a:pt x="982707" y="0"/>
                  </a:lnTo>
                  <a:cubicBezTo>
                    <a:pt x="1008281" y="0"/>
                    <a:pt x="1029013" y="21645"/>
                    <a:pt x="1029013" y="48344"/>
                  </a:cubicBezTo>
                  <a:lnTo>
                    <a:pt x="1029013" y="296973"/>
                  </a:lnTo>
                  <a:cubicBezTo>
                    <a:pt x="1029013" y="323673"/>
                    <a:pt x="1008281" y="345317"/>
                    <a:pt x="982707" y="345317"/>
                  </a:cubicBezTo>
                  <a:lnTo>
                    <a:pt x="46306" y="345317"/>
                  </a:lnTo>
                  <a:cubicBezTo>
                    <a:pt x="20732" y="345317"/>
                    <a:pt x="0" y="323673"/>
                    <a:pt x="0" y="296973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E8F2FF"/>
            </a:solidFill>
            <a:ln w="6906" cap="flat">
              <a:solidFill>
                <a:srgbClr val="A06A28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9" name="任意多边形 468"/>
            <p:cNvSpPr/>
            <p:nvPr/>
          </p:nvSpPr>
          <p:spPr>
            <a:xfrm>
              <a:off x="12340" y="7397"/>
              <a:ext cx="1556" cy="500"/>
            </a:xfrm>
            <a:custGeom>
              <a:avLst/>
              <a:gdLst>
                <a:gd name="connisteX0" fmla="*/ 0 w 987575"/>
                <a:gd name="connsiteY0" fmla="*/ 0 h 317691"/>
                <a:gd name="connisteX1" fmla="*/ 987575 w 987575"/>
                <a:gd name="connsiteY1" fmla="*/ 0 h 317691"/>
                <a:gd name="connisteX2" fmla="*/ 987575 w 987575"/>
                <a:gd name="connsiteY2" fmla="*/ 317691 h 317691"/>
                <a:gd name="connisteX3" fmla="*/ 0 w 987575"/>
                <a:gd name="connsiteY3" fmla="*/ 317691 h 317691"/>
                <a:gd name="connisteX4" fmla="*/ 0 w 987575"/>
                <a:gd name="connsiteY4" fmla="*/ 0 h 3176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987576" h="317692">
                  <a:moveTo>
                    <a:pt x="0" y="0"/>
                  </a:moveTo>
                  <a:lnTo>
                    <a:pt x="987576" y="0"/>
                  </a:lnTo>
                  <a:lnTo>
                    <a:pt x="987576" y="317692"/>
                  </a:lnTo>
                  <a:lnTo>
                    <a:pt x="0" y="31769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70" name="图片 469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12329" y="7457"/>
              <a:ext cx="1577" cy="432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72" name="任意多边形 471"/>
            <p:cNvSpPr/>
            <p:nvPr/>
          </p:nvSpPr>
          <p:spPr>
            <a:xfrm>
              <a:off x="10236" y="8109"/>
              <a:ext cx="1892" cy="337"/>
            </a:xfrm>
            <a:custGeom>
              <a:avLst/>
              <a:gdLst>
                <a:gd name="connisteX0" fmla="*/ 0 w 1201665"/>
                <a:gd name="connsiteY0" fmla="*/ 48171 h 214096"/>
                <a:gd name="connisteX1" fmla="*/ 48066 w 1201665"/>
                <a:gd name="connsiteY1" fmla="*/ 0 h 214096"/>
                <a:gd name="connisteX2" fmla="*/ 1153599 w 1201665"/>
                <a:gd name="connsiteY2" fmla="*/ 0 h 214096"/>
                <a:gd name="connisteX3" fmla="*/ 1201665 w 1201665"/>
                <a:gd name="connsiteY3" fmla="*/ 48171 h 214096"/>
                <a:gd name="connisteX4" fmla="*/ 1201665 w 1201665"/>
                <a:gd name="connsiteY4" fmla="*/ 165924 h 214096"/>
                <a:gd name="connisteX5" fmla="*/ 1153599 w 1201665"/>
                <a:gd name="connsiteY5" fmla="*/ 214096 h 214096"/>
                <a:gd name="connisteX6" fmla="*/ 48066 w 1201665"/>
                <a:gd name="connsiteY6" fmla="*/ 214096 h 214096"/>
                <a:gd name="connisteX7" fmla="*/ 0 w 1201665"/>
                <a:gd name="connsiteY7" fmla="*/ 165924 h 214096"/>
                <a:gd name="connisteX8" fmla="*/ 0 w 1201665"/>
                <a:gd name="connsiteY8" fmla="*/ 48171 h 21409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201666" h="214097">
                  <a:moveTo>
                    <a:pt x="0" y="48172"/>
                  </a:moveTo>
                  <a:cubicBezTo>
                    <a:pt x="0" y="21567"/>
                    <a:pt x="21520" y="0"/>
                    <a:pt x="48067" y="0"/>
                  </a:cubicBezTo>
                  <a:lnTo>
                    <a:pt x="1153599" y="0"/>
                  </a:lnTo>
                  <a:cubicBezTo>
                    <a:pt x="1180146" y="0"/>
                    <a:pt x="1201666" y="21567"/>
                    <a:pt x="1201666" y="48172"/>
                  </a:cubicBezTo>
                  <a:lnTo>
                    <a:pt x="1201666" y="165925"/>
                  </a:lnTo>
                  <a:cubicBezTo>
                    <a:pt x="1201666" y="192529"/>
                    <a:pt x="1180146" y="214097"/>
                    <a:pt x="1153599" y="214097"/>
                  </a:cubicBezTo>
                  <a:lnTo>
                    <a:pt x="48067" y="214097"/>
                  </a:lnTo>
                  <a:cubicBezTo>
                    <a:pt x="21520" y="214097"/>
                    <a:pt x="0" y="192529"/>
                    <a:pt x="0" y="165925"/>
                  </a:cubicBezTo>
                  <a:lnTo>
                    <a:pt x="0" y="48172"/>
                  </a:lnTo>
                  <a:close/>
                </a:path>
              </a:pathLst>
            </a:custGeom>
            <a:solidFill>
              <a:srgbClr val="FFF4D9"/>
            </a:solidFill>
            <a:ln w="6906" cap="flat">
              <a:solidFill>
                <a:srgbClr val="F38C22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73" name="任意多边形 472"/>
            <p:cNvSpPr/>
            <p:nvPr/>
          </p:nvSpPr>
          <p:spPr>
            <a:xfrm>
              <a:off x="10263" y="8125"/>
              <a:ext cx="1827" cy="294"/>
            </a:xfrm>
            <a:custGeom>
              <a:avLst/>
              <a:gdLst>
                <a:gd name="connisteX0" fmla="*/ 0 w 1160229"/>
                <a:gd name="connsiteY0" fmla="*/ 0 h 186471"/>
                <a:gd name="connisteX1" fmla="*/ 1160229 w 1160229"/>
                <a:gd name="connsiteY1" fmla="*/ 0 h 186471"/>
                <a:gd name="connisteX2" fmla="*/ 1160229 w 1160229"/>
                <a:gd name="connsiteY2" fmla="*/ 186471 h 186471"/>
                <a:gd name="connisteX3" fmla="*/ 0 w 1160229"/>
                <a:gd name="connsiteY3" fmla="*/ 186471 h 186471"/>
                <a:gd name="connisteX4" fmla="*/ 0 w 1160229"/>
                <a:gd name="connsiteY4" fmla="*/ 0 h 18647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160229" h="186471">
                  <a:moveTo>
                    <a:pt x="0" y="0"/>
                  </a:moveTo>
                  <a:lnTo>
                    <a:pt x="1160229" y="0"/>
                  </a:lnTo>
                  <a:lnTo>
                    <a:pt x="1160229" y="186471"/>
                  </a:lnTo>
                  <a:lnTo>
                    <a:pt x="0" y="186471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74" name="图片 473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10252" y="8174"/>
              <a:ext cx="1849" cy="237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76" name="任意多边形 475"/>
            <p:cNvSpPr/>
            <p:nvPr/>
          </p:nvSpPr>
          <p:spPr>
            <a:xfrm>
              <a:off x="12291" y="8109"/>
              <a:ext cx="1545" cy="337"/>
            </a:xfrm>
            <a:custGeom>
              <a:avLst/>
              <a:gdLst>
                <a:gd name="connisteX0" fmla="*/ 0 w 980669"/>
                <a:gd name="connsiteY0" fmla="*/ 48171 h 214096"/>
                <a:gd name="connisteX1" fmla="*/ 44130 w 980669"/>
                <a:gd name="connsiteY1" fmla="*/ 0 h 214096"/>
                <a:gd name="connisteX2" fmla="*/ 936539 w 980669"/>
                <a:gd name="connsiteY2" fmla="*/ 0 h 214096"/>
                <a:gd name="connisteX3" fmla="*/ 980669 w 980669"/>
                <a:gd name="connsiteY3" fmla="*/ 48171 h 214096"/>
                <a:gd name="connisteX4" fmla="*/ 980669 w 980669"/>
                <a:gd name="connsiteY4" fmla="*/ 165924 h 214096"/>
                <a:gd name="connisteX5" fmla="*/ 936539 w 980669"/>
                <a:gd name="connsiteY5" fmla="*/ 214096 h 214096"/>
                <a:gd name="connisteX6" fmla="*/ 44130 w 980669"/>
                <a:gd name="connsiteY6" fmla="*/ 214096 h 214096"/>
                <a:gd name="connisteX7" fmla="*/ 0 w 980669"/>
                <a:gd name="connsiteY7" fmla="*/ 165924 h 214096"/>
                <a:gd name="connisteX8" fmla="*/ 0 w 980669"/>
                <a:gd name="connsiteY8" fmla="*/ 48171 h 21409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980670" h="214097">
                  <a:moveTo>
                    <a:pt x="0" y="48172"/>
                  </a:moveTo>
                  <a:cubicBezTo>
                    <a:pt x="0" y="21567"/>
                    <a:pt x="19758" y="0"/>
                    <a:pt x="44130" y="0"/>
                  </a:cubicBezTo>
                  <a:lnTo>
                    <a:pt x="936540" y="0"/>
                  </a:lnTo>
                  <a:cubicBezTo>
                    <a:pt x="960912" y="0"/>
                    <a:pt x="980670" y="21567"/>
                    <a:pt x="980670" y="48172"/>
                  </a:cubicBezTo>
                  <a:lnTo>
                    <a:pt x="980670" y="165925"/>
                  </a:lnTo>
                  <a:cubicBezTo>
                    <a:pt x="980670" y="192529"/>
                    <a:pt x="960912" y="214097"/>
                    <a:pt x="936540" y="214097"/>
                  </a:cubicBezTo>
                  <a:lnTo>
                    <a:pt x="44130" y="214097"/>
                  </a:lnTo>
                  <a:cubicBezTo>
                    <a:pt x="19758" y="214097"/>
                    <a:pt x="0" y="192529"/>
                    <a:pt x="0" y="165925"/>
                  </a:cubicBezTo>
                  <a:lnTo>
                    <a:pt x="0" y="48172"/>
                  </a:lnTo>
                  <a:close/>
                </a:path>
              </a:pathLst>
            </a:custGeom>
            <a:solidFill>
              <a:srgbClr val="EDF5FF"/>
            </a:solidFill>
            <a:ln w="6906" cap="flat">
              <a:solidFill>
                <a:srgbClr val="548BDD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77" name="任意多边形 476"/>
            <p:cNvSpPr/>
            <p:nvPr/>
          </p:nvSpPr>
          <p:spPr>
            <a:xfrm>
              <a:off x="12319" y="8125"/>
              <a:ext cx="1479" cy="294"/>
            </a:xfrm>
            <a:custGeom>
              <a:avLst/>
              <a:gdLst>
                <a:gd name="connisteX0" fmla="*/ 0 w 939233"/>
                <a:gd name="connsiteY0" fmla="*/ 0 h 186471"/>
                <a:gd name="connisteX1" fmla="*/ 939233 w 939233"/>
                <a:gd name="connsiteY1" fmla="*/ 0 h 186471"/>
                <a:gd name="connisteX2" fmla="*/ 939233 w 939233"/>
                <a:gd name="connsiteY2" fmla="*/ 186471 h 186471"/>
                <a:gd name="connisteX3" fmla="*/ 0 w 939233"/>
                <a:gd name="connsiteY3" fmla="*/ 186471 h 186471"/>
                <a:gd name="connisteX4" fmla="*/ 0 w 939233"/>
                <a:gd name="connsiteY4" fmla="*/ 0 h 18647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939233" h="186471">
                  <a:moveTo>
                    <a:pt x="0" y="0"/>
                  </a:moveTo>
                  <a:lnTo>
                    <a:pt x="939233" y="0"/>
                  </a:lnTo>
                  <a:lnTo>
                    <a:pt x="939233" y="186471"/>
                  </a:lnTo>
                  <a:lnTo>
                    <a:pt x="0" y="186471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78" name="图片 477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12308" y="8196"/>
              <a:ext cx="1501" cy="185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80" name="任意多边形 479"/>
            <p:cNvSpPr/>
            <p:nvPr/>
          </p:nvSpPr>
          <p:spPr>
            <a:xfrm>
              <a:off x="13923" y="8044"/>
              <a:ext cx="892" cy="587"/>
            </a:xfrm>
            <a:custGeom>
              <a:avLst/>
              <a:gdLst>
                <a:gd name="connisteX0" fmla="*/ 0 w 566302"/>
                <a:gd name="connsiteY0" fmla="*/ 46617 h 372942"/>
                <a:gd name="connisteX1" fmla="*/ 48135 w 566302"/>
                <a:gd name="connsiteY1" fmla="*/ 0 h 372942"/>
                <a:gd name="connisteX2" fmla="*/ 518166 w 566302"/>
                <a:gd name="connsiteY2" fmla="*/ 0 h 372942"/>
                <a:gd name="connisteX3" fmla="*/ 566302 w 566302"/>
                <a:gd name="connsiteY3" fmla="*/ 46617 h 372942"/>
                <a:gd name="connisteX4" fmla="*/ 566302 w 566302"/>
                <a:gd name="connsiteY4" fmla="*/ 326324 h 372942"/>
                <a:gd name="connisteX5" fmla="*/ 518166 w 566302"/>
                <a:gd name="connsiteY5" fmla="*/ 372942 h 372942"/>
                <a:gd name="connisteX6" fmla="*/ 48135 w 566302"/>
                <a:gd name="connsiteY6" fmla="*/ 372942 h 372942"/>
                <a:gd name="connisteX7" fmla="*/ 0 w 566302"/>
                <a:gd name="connsiteY7" fmla="*/ 326324 h 372942"/>
                <a:gd name="connisteX8" fmla="*/ 0 w 566302"/>
                <a:gd name="connsiteY8" fmla="*/ 46617 h 37294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66302" h="372943">
                  <a:moveTo>
                    <a:pt x="0" y="46618"/>
                  </a:moveTo>
                  <a:cubicBezTo>
                    <a:pt x="0" y="20872"/>
                    <a:pt x="21551" y="0"/>
                    <a:pt x="48136" y="0"/>
                  </a:cubicBezTo>
                  <a:lnTo>
                    <a:pt x="518167" y="0"/>
                  </a:lnTo>
                  <a:cubicBezTo>
                    <a:pt x="544751" y="0"/>
                    <a:pt x="566302" y="20872"/>
                    <a:pt x="566302" y="46618"/>
                  </a:cubicBezTo>
                  <a:lnTo>
                    <a:pt x="566302" y="326325"/>
                  </a:lnTo>
                  <a:cubicBezTo>
                    <a:pt x="566302" y="352071"/>
                    <a:pt x="544751" y="372943"/>
                    <a:pt x="518167" y="372943"/>
                  </a:cubicBezTo>
                  <a:lnTo>
                    <a:pt x="48136" y="372943"/>
                  </a:lnTo>
                  <a:cubicBezTo>
                    <a:pt x="21551" y="372943"/>
                    <a:pt x="0" y="352071"/>
                    <a:pt x="0" y="326325"/>
                  </a:cubicBezTo>
                  <a:lnTo>
                    <a:pt x="0" y="46618"/>
                  </a:lnTo>
                  <a:close/>
                </a:path>
              </a:pathLst>
            </a:custGeom>
            <a:solidFill>
              <a:srgbClr val="FFF4DB"/>
            </a:solidFill>
            <a:ln w="6906" cap="flat">
              <a:solidFill>
                <a:srgbClr val="ED831D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81" name="任意多边形 480"/>
            <p:cNvSpPr/>
            <p:nvPr/>
          </p:nvSpPr>
          <p:spPr>
            <a:xfrm>
              <a:off x="13950" y="8060"/>
              <a:ext cx="827" cy="544"/>
            </a:xfrm>
            <a:custGeom>
              <a:avLst/>
              <a:gdLst>
                <a:gd name="connisteX0" fmla="*/ 0 w 524865"/>
                <a:gd name="connsiteY0" fmla="*/ 0 h 345317"/>
                <a:gd name="connisteX1" fmla="*/ 524865 w 524865"/>
                <a:gd name="connsiteY1" fmla="*/ 0 h 345317"/>
                <a:gd name="connisteX2" fmla="*/ 524865 w 524865"/>
                <a:gd name="connsiteY2" fmla="*/ 345317 h 345317"/>
                <a:gd name="connisteX3" fmla="*/ 0 w 524865"/>
                <a:gd name="connsiteY3" fmla="*/ 345317 h 345317"/>
                <a:gd name="connisteX4" fmla="*/ 0 w 524865"/>
                <a:gd name="connsiteY4" fmla="*/ 0 h 34531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524866" h="345317">
                  <a:moveTo>
                    <a:pt x="0" y="0"/>
                  </a:moveTo>
                  <a:lnTo>
                    <a:pt x="524866" y="0"/>
                  </a:lnTo>
                  <a:lnTo>
                    <a:pt x="524866" y="345317"/>
                  </a:lnTo>
                  <a:lnTo>
                    <a:pt x="0" y="345317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82" name="图片 481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13939" y="8153"/>
              <a:ext cx="848" cy="408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84" name="任意多边形 483"/>
            <p:cNvSpPr/>
            <p:nvPr/>
          </p:nvSpPr>
          <p:spPr>
            <a:xfrm>
              <a:off x="10377" y="8707"/>
              <a:ext cx="3198" cy="425"/>
            </a:xfrm>
            <a:custGeom>
              <a:avLst/>
              <a:gdLst>
                <a:gd name="connisteX0" fmla="*/ 0 w 2030400"/>
                <a:gd name="connsiteY0" fmla="*/ 47135 h 269347"/>
                <a:gd name="connisteX1" fmla="*/ 40608 w 2030400"/>
                <a:gd name="connsiteY1" fmla="*/ 0 h 269347"/>
                <a:gd name="connisteX2" fmla="*/ 1989792 w 2030400"/>
                <a:gd name="connsiteY2" fmla="*/ 0 h 269347"/>
                <a:gd name="connisteX3" fmla="*/ 2030400 w 2030400"/>
                <a:gd name="connsiteY3" fmla="*/ 47135 h 269347"/>
                <a:gd name="connisteX4" fmla="*/ 2030400 w 2030400"/>
                <a:gd name="connsiteY4" fmla="*/ 222211 h 269347"/>
                <a:gd name="connisteX5" fmla="*/ 1989792 w 2030400"/>
                <a:gd name="connsiteY5" fmla="*/ 269347 h 269347"/>
                <a:gd name="connisteX6" fmla="*/ 40608 w 2030400"/>
                <a:gd name="connsiteY6" fmla="*/ 269347 h 269347"/>
                <a:gd name="connisteX7" fmla="*/ 0 w 2030400"/>
                <a:gd name="connsiteY7" fmla="*/ 222211 h 269347"/>
                <a:gd name="connisteX8" fmla="*/ 0 w 2030400"/>
                <a:gd name="connsiteY8" fmla="*/ 47135 h 26934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030401" h="269347">
                  <a:moveTo>
                    <a:pt x="0" y="47136"/>
                  </a:moveTo>
                  <a:cubicBezTo>
                    <a:pt x="0" y="21103"/>
                    <a:pt x="18181" y="0"/>
                    <a:pt x="40608" y="0"/>
                  </a:cubicBezTo>
                  <a:lnTo>
                    <a:pt x="1989793" y="0"/>
                  </a:lnTo>
                  <a:cubicBezTo>
                    <a:pt x="2012220" y="0"/>
                    <a:pt x="2030401" y="21103"/>
                    <a:pt x="2030401" y="47136"/>
                  </a:cubicBezTo>
                  <a:lnTo>
                    <a:pt x="2030401" y="222212"/>
                  </a:lnTo>
                  <a:cubicBezTo>
                    <a:pt x="2030401" y="248244"/>
                    <a:pt x="2012220" y="269347"/>
                    <a:pt x="1989793" y="269347"/>
                  </a:cubicBezTo>
                  <a:lnTo>
                    <a:pt x="40608" y="269347"/>
                  </a:lnTo>
                  <a:cubicBezTo>
                    <a:pt x="18181" y="269347"/>
                    <a:pt x="0" y="248244"/>
                    <a:pt x="0" y="222212"/>
                  </a:cubicBezTo>
                  <a:lnTo>
                    <a:pt x="0" y="47136"/>
                  </a:lnTo>
                  <a:close/>
                </a:path>
              </a:pathLst>
            </a:custGeom>
            <a:solidFill>
              <a:srgbClr val="ECF2CD"/>
            </a:solidFill>
            <a:ln w="6906" cap="flat">
              <a:solidFill>
                <a:srgbClr val="987019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85" name="任意多边形 484"/>
            <p:cNvSpPr/>
            <p:nvPr/>
          </p:nvSpPr>
          <p:spPr>
            <a:xfrm>
              <a:off x="10404" y="8724"/>
              <a:ext cx="3133" cy="380"/>
            </a:xfrm>
            <a:custGeom>
              <a:avLst/>
              <a:gdLst>
                <a:gd name="connisteX0" fmla="*/ 0 w 1988964"/>
                <a:gd name="connsiteY0" fmla="*/ 0 h 241722"/>
                <a:gd name="connisteX1" fmla="*/ 1988964 w 1988964"/>
                <a:gd name="connsiteY1" fmla="*/ 0 h 241722"/>
                <a:gd name="connisteX2" fmla="*/ 1988964 w 1988964"/>
                <a:gd name="connsiteY2" fmla="*/ 241722 h 241722"/>
                <a:gd name="connisteX3" fmla="*/ 0 w 1988964"/>
                <a:gd name="connsiteY3" fmla="*/ 241722 h 241722"/>
                <a:gd name="connisteX4" fmla="*/ 0 w 1988964"/>
                <a:gd name="connsiteY4" fmla="*/ 0 h 2417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988964" h="241722">
                  <a:moveTo>
                    <a:pt x="0" y="0"/>
                  </a:moveTo>
                  <a:lnTo>
                    <a:pt x="1988964" y="0"/>
                  </a:lnTo>
                  <a:lnTo>
                    <a:pt x="1988964" y="241722"/>
                  </a:lnTo>
                  <a:lnTo>
                    <a:pt x="0" y="24172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86" name="图片 485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10394" y="8794"/>
              <a:ext cx="3154" cy="316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88" name="任意多边形 487"/>
            <p:cNvSpPr/>
            <p:nvPr/>
          </p:nvSpPr>
          <p:spPr>
            <a:xfrm>
              <a:off x="10323" y="9403"/>
              <a:ext cx="1990" cy="544"/>
            </a:xfrm>
            <a:custGeom>
              <a:avLst/>
              <a:gdLst>
                <a:gd name="connisteX0" fmla="*/ 0 w 1263820"/>
                <a:gd name="connsiteY0" fmla="*/ 48344 h 345317"/>
                <a:gd name="connisteX1" fmla="*/ 44233 w 1263820"/>
                <a:gd name="connsiteY1" fmla="*/ 0 h 345317"/>
                <a:gd name="connisteX2" fmla="*/ 1219587 w 1263820"/>
                <a:gd name="connsiteY2" fmla="*/ 0 h 345317"/>
                <a:gd name="connisteX3" fmla="*/ 1263820 w 1263820"/>
                <a:gd name="connsiteY3" fmla="*/ 48344 h 345317"/>
                <a:gd name="connisteX4" fmla="*/ 1263820 w 1263820"/>
                <a:gd name="connsiteY4" fmla="*/ 296972 h 345317"/>
                <a:gd name="connisteX5" fmla="*/ 1219587 w 1263820"/>
                <a:gd name="connsiteY5" fmla="*/ 345317 h 345317"/>
                <a:gd name="connisteX6" fmla="*/ 44233 w 1263820"/>
                <a:gd name="connsiteY6" fmla="*/ 345317 h 345317"/>
                <a:gd name="connisteX7" fmla="*/ 0 w 1263820"/>
                <a:gd name="connsiteY7" fmla="*/ 296972 h 345317"/>
                <a:gd name="connisteX8" fmla="*/ 0 w 1263820"/>
                <a:gd name="connsiteY8" fmla="*/ 48344 h 34531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263821" h="345317">
                  <a:moveTo>
                    <a:pt x="0" y="48344"/>
                  </a:moveTo>
                  <a:cubicBezTo>
                    <a:pt x="0" y="21645"/>
                    <a:pt x="19804" y="0"/>
                    <a:pt x="44234" y="0"/>
                  </a:cubicBezTo>
                  <a:lnTo>
                    <a:pt x="1219587" y="0"/>
                  </a:lnTo>
                  <a:cubicBezTo>
                    <a:pt x="1244017" y="0"/>
                    <a:pt x="1263821" y="21645"/>
                    <a:pt x="1263821" y="48344"/>
                  </a:cubicBezTo>
                  <a:lnTo>
                    <a:pt x="1263821" y="296973"/>
                  </a:lnTo>
                  <a:cubicBezTo>
                    <a:pt x="1263821" y="323673"/>
                    <a:pt x="1244017" y="345317"/>
                    <a:pt x="1219587" y="345317"/>
                  </a:cubicBezTo>
                  <a:lnTo>
                    <a:pt x="44234" y="345317"/>
                  </a:lnTo>
                  <a:cubicBezTo>
                    <a:pt x="19804" y="345317"/>
                    <a:pt x="0" y="323673"/>
                    <a:pt x="0" y="296973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FFD4B1"/>
            </a:solidFill>
            <a:ln w="6906" cap="flat">
              <a:solidFill>
                <a:srgbClr val="FF6C14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89" name="任意多边形 488"/>
            <p:cNvSpPr/>
            <p:nvPr/>
          </p:nvSpPr>
          <p:spPr>
            <a:xfrm>
              <a:off x="10350" y="9420"/>
              <a:ext cx="1925" cy="500"/>
            </a:xfrm>
            <a:custGeom>
              <a:avLst/>
              <a:gdLst>
                <a:gd name="connisteX0" fmla="*/ 0 w 1222384"/>
                <a:gd name="connsiteY0" fmla="*/ 0 h 317691"/>
                <a:gd name="connisteX1" fmla="*/ 1222384 w 1222384"/>
                <a:gd name="connsiteY1" fmla="*/ 0 h 317691"/>
                <a:gd name="connisteX2" fmla="*/ 1222384 w 1222384"/>
                <a:gd name="connsiteY2" fmla="*/ 317691 h 317691"/>
                <a:gd name="connisteX3" fmla="*/ 0 w 1222384"/>
                <a:gd name="connsiteY3" fmla="*/ 317691 h 317691"/>
                <a:gd name="connisteX4" fmla="*/ 0 w 1222384"/>
                <a:gd name="connsiteY4" fmla="*/ 0 h 3176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222384" h="317692">
                  <a:moveTo>
                    <a:pt x="0" y="0"/>
                  </a:moveTo>
                  <a:lnTo>
                    <a:pt x="1222384" y="0"/>
                  </a:lnTo>
                  <a:lnTo>
                    <a:pt x="1222384" y="317692"/>
                  </a:lnTo>
                  <a:lnTo>
                    <a:pt x="0" y="31769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90" name="图片 489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10339" y="9441"/>
              <a:ext cx="1947" cy="517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92" name="任意多边形 491"/>
            <p:cNvSpPr/>
            <p:nvPr/>
          </p:nvSpPr>
          <p:spPr>
            <a:xfrm>
              <a:off x="12846" y="9403"/>
              <a:ext cx="1903" cy="544"/>
            </a:xfrm>
            <a:custGeom>
              <a:avLst/>
              <a:gdLst>
                <a:gd name="connisteX0" fmla="*/ 0 w 1208571"/>
                <a:gd name="connsiteY0" fmla="*/ 48344 h 345317"/>
                <a:gd name="connisteX1" fmla="*/ 48342 w 1208571"/>
                <a:gd name="connsiteY1" fmla="*/ 0 h 345317"/>
                <a:gd name="connisteX2" fmla="*/ 1160229 w 1208571"/>
                <a:gd name="connsiteY2" fmla="*/ 0 h 345317"/>
                <a:gd name="connisteX3" fmla="*/ 1208571 w 1208571"/>
                <a:gd name="connsiteY3" fmla="*/ 48344 h 345317"/>
                <a:gd name="connisteX4" fmla="*/ 1208571 w 1208571"/>
                <a:gd name="connsiteY4" fmla="*/ 296972 h 345317"/>
                <a:gd name="connisteX5" fmla="*/ 1160229 w 1208571"/>
                <a:gd name="connsiteY5" fmla="*/ 345317 h 345317"/>
                <a:gd name="connisteX6" fmla="*/ 48342 w 1208571"/>
                <a:gd name="connsiteY6" fmla="*/ 345317 h 345317"/>
                <a:gd name="connisteX7" fmla="*/ 0 w 1208571"/>
                <a:gd name="connsiteY7" fmla="*/ 296972 h 345317"/>
                <a:gd name="connisteX8" fmla="*/ 0 w 1208571"/>
                <a:gd name="connsiteY8" fmla="*/ 48344 h 34531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208572" h="345317">
                  <a:moveTo>
                    <a:pt x="0" y="48344"/>
                  </a:moveTo>
                  <a:cubicBezTo>
                    <a:pt x="0" y="21645"/>
                    <a:pt x="21644" y="0"/>
                    <a:pt x="48343" y="0"/>
                  </a:cubicBezTo>
                  <a:lnTo>
                    <a:pt x="1160229" y="0"/>
                  </a:lnTo>
                  <a:cubicBezTo>
                    <a:pt x="1186928" y="0"/>
                    <a:pt x="1208572" y="21645"/>
                    <a:pt x="1208572" y="48344"/>
                  </a:cubicBezTo>
                  <a:lnTo>
                    <a:pt x="1208572" y="296973"/>
                  </a:lnTo>
                  <a:cubicBezTo>
                    <a:pt x="1208572" y="323673"/>
                    <a:pt x="1186928" y="345317"/>
                    <a:pt x="1160229" y="345317"/>
                  </a:cubicBezTo>
                  <a:lnTo>
                    <a:pt x="48343" y="345317"/>
                  </a:lnTo>
                  <a:cubicBezTo>
                    <a:pt x="21644" y="345317"/>
                    <a:pt x="0" y="323673"/>
                    <a:pt x="0" y="296973"/>
                  </a:cubicBezTo>
                  <a:lnTo>
                    <a:pt x="0" y="48344"/>
                  </a:lnTo>
                  <a:close/>
                </a:path>
              </a:pathLst>
            </a:custGeom>
            <a:solidFill>
              <a:srgbClr val="FFD4B1"/>
            </a:solidFill>
            <a:ln w="6906" cap="flat">
              <a:solidFill>
                <a:srgbClr val="FF6C14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3" name="任意多边形 492"/>
            <p:cNvSpPr/>
            <p:nvPr/>
          </p:nvSpPr>
          <p:spPr>
            <a:xfrm>
              <a:off x="12873" y="9420"/>
              <a:ext cx="1838" cy="500"/>
            </a:xfrm>
            <a:custGeom>
              <a:avLst/>
              <a:gdLst>
                <a:gd name="connisteX0" fmla="*/ 0 w 1167135"/>
                <a:gd name="connsiteY0" fmla="*/ 0 h 317691"/>
                <a:gd name="connisteX1" fmla="*/ 1167135 w 1167135"/>
                <a:gd name="connsiteY1" fmla="*/ 0 h 317691"/>
                <a:gd name="connisteX2" fmla="*/ 1167135 w 1167135"/>
                <a:gd name="connsiteY2" fmla="*/ 317691 h 317691"/>
                <a:gd name="connisteX3" fmla="*/ 0 w 1167135"/>
                <a:gd name="connsiteY3" fmla="*/ 317691 h 317691"/>
                <a:gd name="connisteX4" fmla="*/ 0 w 1167135"/>
                <a:gd name="connsiteY4" fmla="*/ 0 h 31769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167135" h="317692">
                  <a:moveTo>
                    <a:pt x="0" y="0"/>
                  </a:moveTo>
                  <a:lnTo>
                    <a:pt x="1167135" y="0"/>
                  </a:lnTo>
                  <a:lnTo>
                    <a:pt x="1167135" y="317692"/>
                  </a:lnTo>
                  <a:lnTo>
                    <a:pt x="0" y="317692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494" name="图片 493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2862" y="9452"/>
              <a:ext cx="1860" cy="492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499" name="任意多边形 498"/>
            <p:cNvSpPr/>
            <p:nvPr/>
          </p:nvSpPr>
          <p:spPr>
            <a:xfrm flipH="1">
              <a:off x="11046" y="8446"/>
              <a:ext cx="120" cy="260"/>
            </a:xfrm>
            <a:custGeom>
              <a:avLst/>
              <a:gdLst>
                <a:gd name="connisteX0" fmla="*/ 0 w 0"/>
                <a:gd name="connsiteY0" fmla="*/ 0 h 60499"/>
                <a:gd name="connisteX1" fmla="*/ 0 w 0"/>
                <a:gd name="connsiteY1" fmla="*/ 60499 h 604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60500">
                  <a:moveTo>
                    <a:pt x="0" y="0"/>
                  </a:moveTo>
                  <a:lnTo>
                    <a:pt x="0" y="60500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05" name="任意多边形 504"/>
            <p:cNvSpPr/>
            <p:nvPr/>
          </p:nvSpPr>
          <p:spPr>
            <a:xfrm>
              <a:off x="13102" y="8447"/>
              <a:ext cx="120" cy="261"/>
            </a:xfrm>
            <a:custGeom>
              <a:avLst/>
              <a:gdLst>
                <a:gd name="connisteX0" fmla="*/ 0 w 0"/>
                <a:gd name="connsiteY0" fmla="*/ 0 h 60499"/>
                <a:gd name="connisteX1" fmla="*/ 0 w 0"/>
                <a:gd name="connsiteY1" fmla="*/ 60499 h 604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60500">
                  <a:moveTo>
                    <a:pt x="0" y="0"/>
                  </a:moveTo>
                  <a:lnTo>
                    <a:pt x="0" y="60500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08" name="任意多边形 507"/>
            <p:cNvSpPr/>
            <p:nvPr/>
          </p:nvSpPr>
          <p:spPr>
            <a:xfrm flipH="1" flipV="1">
              <a:off x="11187" y="9131"/>
              <a:ext cx="120" cy="265"/>
            </a:xfrm>
            <a:custGeom>
              <a:avLst/>
              <a:gdLst>
                <a:gd name="connisteX0" fmla="*/ 0 w 0"/>
                <a:gd name="connsiteY0" fmla="*/ 0 h 39020"/>
                <a:gd name="connisteX1" fmla="*/ 0 w 0"/>
                <a:gd name="connsiteY1" fmla="*/ 39020 h 3902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39021">
                  <a:moveTo>
                    <a:pt x="0" y="0"/>
                  </a:moveTo>
                  <a:lnTo>
                    <a:pt x="0" y="39021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miter/>
              <a:headEnd type="triangle" w="sm" len="med"/>
              <a:tailEnd type="non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5" name="任意多边形 514"/>
            <p:cNvSpPr/>
            <p:nvPr/>
          </p:nvSpPr>
          <p:spPr>
            <a:xfrm>
              <a:off x="10209" y="10018"/>
              <a:ext cx="4578" cy="272"/>
            </a:xfrm>
            <a:custGeom>
              <a:avLst/>
              <a:gdLst>
                <a:gd name="connisteX0" fmla="*/ 0 w 2907478"/>
                <a:gd name="connsiteY0" fmla="*/ 0 h 172658"/>
                <a:gd name="connisteX1" fmla="*/ 2907478 w 2907478"/>
                <a:gd name="connsiteY1" fmla="*/ 0 h 172658"/>
                <a:gd name="connisteX2" fmla="*/ 2907478 w 2907478"/>
                <a:gd name="connsiteY2" fmla="*/ 172658 h 172658"/>
                <a:gd name="connisteX3" fmla="*/ 0 w 2907478"/>
                <a:gd name="connsiteY3" fmla="*/ 172658 h 172658"/>
                <a:gd name="connisteX4" fmla="*/ 0 w 2907478"/>
                <a:gd name="connsiteY4" fmla="*/ 0 h 17265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907479" h="172659">
                  <a:moveTo>
                    <a:pt x="0" y="0"/>
                  </a:moveTo>
                  <a:lnTo>
                    <a:pt x="2907479" y="0"/>
                  </a:lnTo>
                  <a:lnTo>
                    <a:pt x="2907479" y="172659"/>
                  </a:lnTo>
                  <a:lnTo>
                    <a:pt x="0" y="172659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  <p:txBody>
            <a:bodyPr/>
            <a:p>
              <a:endParaRPr lang="zh-CN" altLang="en-US"/>
            </a:p>
          </p:txBody>
        </p:sp>
        <p:pic>
          <p:nvPicPr>
            <p:cNvPr id="516" name="图片 515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198" y="10061"/>
              <a:ext cx="4600" cy="251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  <p:sp>
          <p:nvSpPr>
            <p:cNvPr id="696" name="任意多边形 695"/>
            <p:cNvSpPr/>
            <p:nvPr/>
          </p:nvSpPr>
          <p:spPr>
            <a:xfrm flipH="1">
              <a:off x="11034" y="7922"/>
              <a:ext cx="138" cy="192"/>
            </a:xfrm>
            <a:custGeom>
              <a:avLst/>
              <a:gdLst>
                <a:gd name="connisteX0" fmla="*/ 0 w 0"/>
                <a:gd name="connsiteY0" fmla="*/ 0 h 60499"/>
                <a:gd name="connisteX1" fmla="*/ 0 w 0"/>
                <a:gd name="connsiteY1" fmla="*/ 60499 h 604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60500">
                  <a:moveTo>
                    <a:pt x="0" y="0"/>
                  </a:moveTo>
                  <a:lnTo>
                    <a:pt x="0" y="60500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97" name="任意多边形 696"/>
            <p:cNvSpPr/>
            <p:nvPr/>
          </p:nvSpPr>
          <p:spPr>
            <a:xfrm>
              <a:off x="13082" y="7927"/>
              <a:ext cx="136" cy="175"/>
            </a:xfrm>
            <a:custGeom>
              <a:avLst/>
              <a:gdLst>
                <a:gd name="connisteX0" fmla="*/ 0 w 0"/>
                <a:gd name="connsiteY0" fmla="*/ 0 h 60499"/>
                <a:gd name="connisteX1" fmla="*/ 0 w 0"/>
                <a:gd name="connsiteY1" fmla="*/ 60499 h 604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60500">
                  <a:moveTo>
                    <a:pt x="0" y="0"/>
                  </a:moveTo>
                  <a:lnTo>
                    <a:pt x="0" y="60500"/>
                  </a:lnTo>
                </a:path>
              </a:pathLst>
            </a:custGeom>
            <a:noFill/>
            <a:ln w="19050" cap="flat">
              <a:solidFill>
                <a:srgbClr val="5997FF"/>
              </a:solidFill>
              <a:miter/>
              <a:tailEnd type="triangle" w="sm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698" name="肘形连接符 697"/>
            <p:cNvCxnSpPr/>
            <p:nvPr/>
          </p:nvCxnSpPr>
          <p:spPr>
            <a:xfrm rot="5400000">
              <a:off x="13654" y="8741"/>
              <a:ext cx="780" cy="570"/>
            </a:xfrm>
            <a:prstGeom prst="bentConnector3">
              <a:avLst>
                <a:gd name="adj1" fmla="val 50128"/>
              </a:avLst>
            </a:prstGeom>
            <a:ln w="19050">
              <a:tailEnd type="triangle" w="sm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11" name="肘形连接符 710"/>
            <p:cNvCxnSpPr/>
            <p:nvPr/>
          </p:nvCxnSpPr>
          <p:spPr>
            <a:xfrm flipV="1">
              <a:off x="9034" y="7676"/>
              <a:ext cx="1207" cy="2057"/>
            </a:xfrm>
            <a:prstGeom prst="bentConnector3">
              <a:avLst>
                <a:gd name="adj1" fmla="val 77713"/>
              </a:avLst>
            </a:prstGeom>
            <a:ln w="25400">
              <a:tailEnd type="triangle" w="sm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14" name="文本框 713"/>
            <p:cNvSpPr txBox="1"/>
            <p:nvPr/>
          </p:nvSpPr>
          <p:spPr>
            <a:xfrm>
              <a:off x="4445" y="9285"/>
              <a:ext cx="640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r(t)</a:t>
              </a:r>
              <a:endParaRPr lang="en-US" altLang="zh-CN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719" name="直接连接符 718"/>
          <p:cNvCxnSpPr>
            <a:stCxn id="11" idx="3"/>
          </p:cNvCxnSpPr>
          <p:nvPr/>
        </p:nvCxnSpPr>
        <p:spPr>
          <a:xfrm>
            <a:off x="3865880" y="673735"/>
            <a:ext cx="407035" cy="2178685"/>
          </a:xfrm>
          <a:prstGeom prst="line">
            <a:avLst/>
          </a:prstGeom>
          <a:ln>
            <a:solidFill>
              <a:srgbClr val="74AA9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0" name="直接连接符 719"/>
          <p:cNvCxnSpPr>
            <a:stCxn id="11" idx="4"/>
          </p:cNvCxnSpPr>
          <p:nvPr/>
        </p:nvCxnSpPr>
        <p:spPr>
          <a:xfrm flipV="1">
            <a:off x="3865880" y="2864485"/>
            <a:ext cx="412750" cy="848360"/>
          </a:xfrm>
          <a:prstGeom prst="line">
            <a:avLst/>
          </a:prstGeom>
          <a:ln>
            <a:solidFill>
              <a:srgbClr val="74AA9D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1" name="肘形连接符 720"/>
          <p:cNvCxnSpPr>
            <a:stCxn id="520" idx="0"/>
            <a:endCxn id="712" idx="2"/>
          </p:cNvCxnSpPr>
          <p:nvPr/>
        </p:nvCxnSpPr>
        <p:spPr>
          <a:xfrm rot="16200000" flipV="1">
            <a:off x="7349490" y="1048385"/>
            <a:ext cx="1003300" cy="5302250"/>
          </a:xfrm>
          <a:prstGeom prst="bentConnector3">
            <a:avLst>
              <a:gd name="adj1" fmla="val 22658"/>
            </a:avLst>
          </a:prstGeom>
          <a:ln w="25400"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7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NEW_CREATE" val="1"/>
</p:tagLst>
</file>

<file path=ppt/tags/tag2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WPS 演示</Application>
  <PresentationFormat>宽屏</PresentationFormat>
  <Paragraphs>52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Times New Roman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cjj</dc:creator>
  <cp:lastModifiedBy>托拜厄斯</cp:lastModifiedBy>
  <cp:revision>6</cp:revision>
  <dcterms:created xsi:type="dcterms:W3CDTF">2023-08-09T12:44:00Z</dcterms:created>
  <dcterms:modified xsi:type="dcterms:W3CDTF">2026-10-31T12:39:27Z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82B840D3ED14418183E53D9E2A5A9881_13</vt:lpwstr>
  </property>
</Properties>
</file>