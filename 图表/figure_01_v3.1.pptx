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AA9D"/>
    <a:srgbClr val="5997FF"/>
    <a:srgbClr val="A1C4F5"/>
    <a:srgbClr val="C8DEFF"/>
    <a:srgbClr val="3871B3"/>
    <a:srgbClr val="8BB7F4"/>
    <a:srgbClr val="E96D29"/>
    <a:srgbClr val="FF9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55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76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tags" Target="../tags/tag2.xml"/><Relationship Id="rId78" Type="http://schemas.openxmlformats.org/officeDocument/2006/relationships/slideLayout" Target="../slideLayouts/slideLayout1.xml"/><Relationship Id="rId79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" name="任意多边形 88"/>
          <p:cNvSpPr/>
          <p:nvPr/>
        </p:nvSpPr>
        <p:spPr>
          <a:xfrm>
            <a:off x="4417695" y="684530"/>
            <a:ext cx="1643380" cy="241300"/>
          </a:xfrm>
          <a:custGeom>
            <a:avLst/>
            <a:gdLst>
              <a:gd name="connisteX0" fmla="*/ 0 w 1643657"/>
              <a:gd name="connsiteY0" fmla="*/ 0 h 241722"/>
              <a:gd name="connisteX1" fmla="*/ 1643657 w 1643657"/>
              <a:gd name="connsiteY1" fmla="*/ 0 h 241722"/>
              <a:gd name="connisteX2" fmla="*/ 1643657 w 1643657"/>
              <a:gd name="connsiteY2" fmla="*/ 241722 h 241722"/>
              <a:gd name="connisteX3" fmla="*/ 0 w 1643657"/>
              <a:gd name="connsiteY3" fmla="*/ 241722 h 241722"/>
              <a:gd name="connisteX4" fmla="*/ 0 w 1643657"/>
              <a:gd name="connsiteY4" fmla="*/ 0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643658" h="241722">
                <a:moveTo>
                  <a:pt x="0" y="0"/>
                </a:moveTo>
                <a:lnTo>
                  <a:pt x="1643658" y="0"/>
                </a:lnTo>
                <a:lnTo>
                  <a:pt x="1643658" y="241722"/>
                </a:lnTo>
                <a:lnTo>
                  <a:pt x="0" y="24172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610" y="553085"/>
            <a:ext cx="1657350" cy="26733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93" name="任意多边形 92"/>
          <p:cNvSpPr/>
          <p:nvPr/>
        </p:nvSpPr>
        <p:spPr>
          <a:xfrm>
            <a:off x="5923280" y="946785"/>
            <a:ext cx="365760" cy="172720"/>
          </a:xfrm>
          <a:custGeom>
            <a:avLst/>
            <a:gdLst>
              <a:gd name="connisteX0" fmla="*/ 0 w 366024"/>
              <a:gd name="connsiteY0" fmla="*/ 0 h 172658"/>
              <a:gd name="connisteX1" fmla="*/ 366024 w 366024"/>
              <a:gd name="connsiteY1" fmla="*/ 0 h 172658"/>
              <a:gd name="connisteX2" fmla="*/ 366024 w 366024"/>
              <a:gd name="connsiteY2" fmla="*/ 172658 h 172658"/>
              <a:gd name="connisteX3" fmla="*/ 0 w 366024"/>
              <a:gd name="connsiteY3" fmla="*/ 172658 h 172658"/>
              <a:gd name="connisteX4" fmla="*/ 0 w 366024"/>
              <a:gd name="connsiteY4" fmla="*/ 0 h 17265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66025" h="172659">
                <a:moveTo>
                  <a:pt x="0" y="0"/>
                </a:moveTo>
                <a:lnTo>
                  <a:pt x="366025" y="0"/>
                </a:lnTo>
                <a:lnTo>
                  <a:pt x="366025" y="172659"/>
                </a:lnTo>
                <a:lnTo>
                  <a:pt x="0" y="172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5943600" y="953770"/>
            <a:ext cx="311150" cy="165735"/>
          </a:xfrm>
          <a:custGeom>
            <a:avLst/>
            <a:gdLst>
              <a:gd name="connisteX0" fmla="*/ 0 w 310775"/>
              <a:gd name="connsiteY0" fmla="*/ 0 h 165752"/>
              <a:gd name="connisteX1" fmla="*/ 310775 w 310775"/>
              <a:gd name="connsiteY1" fmla="*/ 0 h 165752"/>
              <a:gd name="connisteX2" fmla="*/ 310775 w 310775"/>
              <a:gd name="connsiteY2" fmla="*/ 165752 h 165752"/>
              <a:gd name="connisteX3" fmla="*/ 0 w 310775"/>
              <a:gd name="connsiteY3" fmla="*/ 165752 h 165752"/>
              <a:gd name="connisteX4" fmla="*/ 0 w 310775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10776" h="165752">
                <a:moveTo>
                  <a:pt x="0" y="0"/>
                </a:moveTo>
                <a:lnTo>
                  <a:pt x="310776" y="0"/>
                </a:lnTo>
                <a:lnTo>
                  <a:pt x="310776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grpSp>
        <p:nvGrpSpPr>
          <p:cNvPr id="722" name="组合 721"/>
          <p:cNvGrpSpPr/>
          <p:nvPr/>
        </p:nvGrpSpPr>
        <p:grpSpPr>
          <a:xfrm>
            <a:off x="9617710" y="4163060"/>
            <a:ext cx="1829435" cy="2583180"/>
            <a:chOff x="15146" y="6385"/>
            <a:chExt cx="2881" cy="4068"/>
          </a:xfrm>
        </p:grpSpPr>
        <p:sp>
          <p:nvSpPr>
            <p:cNvPr id="518" name="任意多边形 517"/>
            <p:cNvSpPr/>
            <p:nvPr/>
          </p:nvSpPr>
          <p:spPr>
            <a:xfrm>
              <a:off x="15146" y="6385"/>
              <a:ext cx="2784" cy="4068"/>
            </a:xfrm>
            <a:custGeom>
              <a:avLst/>
              <a:gdLst>
                <a:gd name="connisteX0" fmla="*/ 0 w 1767968"/>
                <a:gd name="connsiteY0" fmla="*/ 154978 h 2582972"/>
                <a:gd name="connisteX1" fmla="*/ 159117 w 1767968"/>
                <a:gd name="connsiteY1" fmla="*/ 0 h 2582972"/>
                <a:gd name="connisteX2" fmla="*/ 1608850 w 1767968"/>
                <a:gd name="connsiteY2" fmla="*/ 0 h 2582972"/>
                <a:gd name="connisteX3" fmla="*/ 1767968 w 1767968"/>
                <a:gd name="connsiteY3" fmla="*/ 154978 h 2582972"/>
                <a:gd name="connisteX4" fmla="*/ 1767968 w 1767968"/>
                <a:gd name="connsiteY4" fmla="*/ 2427994 h 2582972"/>
                <a:gd name="connisteX5" fmla="*/ 1608850 w 1767968"/>
                <a:gd name="connsiteY5" fmla="*/ 2582972 h 2582972"/>
                <a:gd name="connisteX6" fmla="*/ 159117 w 1767968"/>
                <a:gd name="connsiteY6" fmla="*/ 2582972 h 2582972"/>
                <a:gd name="connisteX7" fmla="*/ 0 w 1767968"/>
                <a:gd name="connsiteY7" fmla="*/ 2427994 h 2582972"/>
                <a:gd name="connisteX8" fmla="*/ 0 w 1767968"/>
                <a:gd name="connsiteY8" fmla="*/ 154978 h 2582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767968" h="2582973">
                  <a:moveTo>
                    <a:pt x="0" y="154978"/>
                  </a:moveTo>
                  <a:cubicBezTo>
                    <a:pt x="0" y="69386"/>
                    <a:pt x="71239" y="0"/>
                    <a:pt x="159117" y="0"/>
                  </a:cubicBezTo>
                  <a:lnTo>
                    <a:pt x="1608851" y="0"/>
                  </a:lnTo>
                  <a:cubicBezTo>
                    <a:pt x="1696729" y="0"/>
                    <a:pt x="1767968" y="69386"/>
                    <a:pt x="1767968" y="154978"/>
                  </a:cubicBezTo>
                  <a:lnTo>
                    <a:pt x="1767968" y="2427994"/>
                  </a:lnTo>
                  <a:cubicBezTo>
                    <a:pt x="1767968" y="2513587"/>
                    <a:pt x="1696729" y="2582973"/>
                    <a:pt x="1608851" y="2582973"/>
                  </a:cubicBezTo>
                  <a:lnTo>
                    <a:pt x="159117" y="2582973"/>
                  </a:lnTo>
                  <a:cubicBezTo>
                    <a:pt x="71239" y="2582973"/>
                    <a:pt x="0" y="2513587"/>
                    <a:pt x="0" y="2427994"/>
                  </a:cubicBezTo>
                  <a:lnTo>
                    <a:pt x="0" y="154978"/>
                  </a:lnTo>
                  <a:close/>
                </a:path>
              </a:pathLst>
            </a:custGeom>
            <a:solidFill>
              <a:srgbClr val="F0FAFF"/>
            </a:solidFill>
            <a:ln w="11050" cap="flat">
              <a:solidFill>
                <a:srgbClr val="21A6E1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9" name="任意多边形 518"/>
            <p:cNvSpPr/>
            <p:nvPr/>
          </p:nvSpPr>
          <p:spPr>
            <a:xfrm>
              <a:off x="15277" y="6483"/>
              <a:ext cx="2523" cy="555"/>
            </a:xfrm>
            <a:custGeom>
              <a:avLst/>
              <a:gdLst>
                <a:gd name="connisteX0" fmla="*/ 0 w 1602221"/>
                <a:gd name="connsiteY0" fmla="*/ 0 h 352223"/>
                <a:gd name="connisteX1" fmla="*/ 1602221 w 1602221"/>
                <a:gd name="connsiteY1" fmla="*/ 0 h 352223"/>
                <a:gd name="connisteX2" fmla="*/ 1602221 w 1602221"/>
                <a:gd name="connsiteY2" fmla="*/ 352223 h 352223"/>
                <a:gd name="connisteX3" fmla="*/ 0 w 1602221"/>
                <a:gd name="connsiteY3" fmla="*/ 352223 h 352223"/>
                <a:gd name="connisteX4" fmla="*/ 0 w 1602221"/>
                <a:gd name="connsiteY4" fmla="*/ 0 h 35222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02221" h="352224">
                  <a:moveTo>
                    <a:pt x="0" y="0"/>
                  </a:moveTo>
                  <a:lnTo>
                    <a:pt x="1602221" y="0"/>
                  </a:lnTo>
                  <a:lnTo>
                    <a:pt x="1602221" y="352224"/>
                  </a:lnTo>
                  <a:lnTo>
                    <a:pt x="0" y="35222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20" name="图片 5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66" y="6445"/>
              <a:ext cx="2545" cy="72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22" name="任意多边形 521"/>
            <p:cNvSpPr/>
            <p:nvPr/>
          </p:nvSpPr>
          <p:spPr>
            <a:xfrm>
              <a:off x="15222" y="7114"/>
              <a:ext cx="2621" cy="3176"/>
            </a:xfrm>
            <a:custGeom>
              <a:avLst/>
              <a:gdLst>
                <a:gd name="connisteX0" fmla="*/ 0 w 1664376"/>
                <a:gd name="connsiteY0" fmla="*/ 100832 h 2016652"/>
                <a:gd name="connisteX1" fmla="*/ 99862 w 1664376"/>
                <a:gd name="connsiteY1" fmla="*/ 0 h 2016652"/>
                <a:gd name="connisteX2" fmla="*/ 1564513 w 1664376"/>
                <a:gd name="connsiteY2" fmla="*/ 0 h 2016652"/>
                <a:gd name="connisteX3" fmla="*/ 1664376 w 1664376"/>
                <a:gd name="connsiteY3" fmla="*/ 100832 h 2016652"/>
                <a:gd name="connisteX4" fmla="*/ 1664376 w 1664376"/>
                <a:gd name="connsiteY4" fmla="*/ 1915819 h 2016652"/>
                <a:gd name="connisteX5" fmla="*/ 1564513 w 1664376"/>
                <a:gd name="connsiteY5" fmla="*/ 2016652 h 2016652"/>
                <a:gd name="connisteX6" fmla="*/ 99862 w 1664376"/>
                <a:gd name="connsiteY6" fmla="*/ 2016652 h 2016652"/>
                <a:gd name="connisteX7" fmla="*/ 0 w 1664376"/>
                <a:gd name="connsiteY7" fmla="*/ 1915819 h 2016652"/>
                <a:gd name="connisteX8" fmla="*/ 0 w 1664376"/>
                <a:gd name="connsiteY8" fmla="*/ 100832 h 20166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64376" h="2016653">
                  <a:moveTo>
                    <a:pt x="0" y="100833"/>
                  </a:moveTo>
                  <a:cubicBezTo>
                    <a:pt x="0" y="45144"/>
                    <a:pt x="44710" y="0"/>
                    <a:pt x="99863" y="0"/>
                  </a:cubicBezTo>
                  <a:lnTo>
                    <a:pt x="1564514" y="0"/>
                  </a:lnTo>
                  <a:cubicBezTo>
                    <a:pt x="1619666" y="0"/>
                    <a:pt x="1664376" y="45144"/>
                    <a:pt x="1664376" y="100833"/>
                  </a:cubicBezTo>
                  <a:lnTo>
                    <a:pt x="1664376" y="1915820"/>
                  </a:lnTo>
                  <a:cubicBezTo>
                    <a:pt x="1664376" y="1971508"/>
                    <a:pt x="1619666" y="2016653"/>
                    <a:pt x="1564514" y="2016653"/>
                  </a:cubicBezTo>
                  <a:lnTo>
                    <a:pt x="99863" y="2016653"/>
                  </a:lnTo>
                  <a:cubicBezTo>
                    <a:pt x="44710" y="2016653"/>
                    <a:pt x="0" y="1971508"/>
                    <a:pt x="0" y="1915820"/>
                  </a:cubicBezTo>
                  <a:lnTo>
                    <a:pt x="0" y="1008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23" name="任意多边形 522"/>
            <p:cNvSpPr/>
            <p:nvPr/>
          </p:nvSpPr>
          <p:spPr>
            <a:xfrm>
              <a:off x="15288" y="7125"/>
              <a:ext cx="2479" cy="489"/>
            </a:xfrm>
            <a:custGeom>
              <a:avLst/>
              <a:gdLst>
                <a:gd name="connisteX0" fmla="*/ 0 w 1574596"/>
                <a:gd name="connsiteY0" fmla="*/ 0 h 310785"/>
                <a:gd name="connisteX1" fmla="*/ 1574596 w 1574596"/>
                <a:gd name="connsiteY1" fmla="*/ 0 h 310785"/>
                <a:gd name="connisteX2" fmla="*/ 1574596 w 1574596"/>
                <a:gd name="connsiteY2" fmla="*/ 310785 h 310785"/>
                <a:gd name="connisteX3" fmla="*/ 0 w 1574596"/>
                <a:gd name="connsiteY3" fmla="*/ 310785 h 310785"/>
                <a:gd name="connisteX4" fmla="*/ 0 w 1574596"/>
                <a:gd name="connsiteY4" fmla="*/ 0 h 3107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74597" h="310785">
                  <a:moveTo>
                    <a:pt x="0" y="0"/>
                  </a:moveTo>
                  <a:lnTo>
                    <a:pt x="1574597" y="0"/>
                  </a:lnTo>
                  <a:lnTo>
                    <a:pt x="1574597" y="310785"/>
                  </a:lnTo>
                  <a:lnTo>
                    <a:pt x="0" y="31078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24" name="图片 5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77" y="7147"/>
              <a:ext cx="2501" cy="5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26" name="任意多边形 525"/>
            <p:cNvSpPr/>
            <p:nvPr/>
          </p:nvSpPr>
          <p:spPr>
            <a:xfrm>
              <a:off x="15315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6906" cap="flat">
              <a:solidFill>
                <a:srgbClr val="6B6E70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7" name="任意多边形 526"/>
            <p:cNvSpPr/>
            <p:nvPr/>
          </p:nvSpPr>
          <p:spPr>
            <a:xfrm>
              <a:off x="15470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6906" cap="flat">
              <a:solidFill>
                <a:srgbClr val="6B6E70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8" name="任意多边形 527"/>
            <p:cNvSpPr/>
            <p:nvPr/>
          </p:nvSpPr>
          <p:spPr>
            <a:xfrm>
              <a:off x="15626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9" name="任意多边形 528"/>
            <p:cNvSpPr/>
            <p:nvPr/>
          </p:nvSpPr>
          <p:spPr>
            <a:xfrm>
              <a:off x="15781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0" name="任意多边形 529"/>
            <p:cNvSpPr/>
            <p:nvPr/>
          </p:nvSpPr>
          <p:spPr>
            <a:xfrm>
              <a:off x="15937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1" name="任意多边形 530"/>
            <p:cNvSpPr/>
            <p:nvPr/>
          </p:nvSpPr>
          <p:spPr>
            <a:xfrm>
              <a:off x="16092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" name="任意多边形 531"/>
            <p:cNvSpPr/>
            <p:nvPr/>
          </p:nvSpPr>
          <p:spPr>
            <a:xfrm>
              <a:off x="16248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" name="任意多边形 532"/>
            <p:cNvSpPr/>
            <p:nvPr/>
          </p:nvSpPr>
          <p:spPr>
            <a:xfrm>
              <a:off x="16404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4" name="任意多边形 533"/>
            <p:cNvSpPr/>
            <p:nvPr/>
          </p:nvSpPr>
          <p:spPr>
            <a:xfrm>
              <a:off x="16559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5" name="任意多边形 534"/>
            <p:cNvSpPr/>
            <p:nvPr/>
          </p:nvSpPr>
          <p:spPr>
            <a:xfrm>
              <a:off x="16715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6" name="任意多边形 535"/>
            <p:cNvSpPr/>
            <p:nvPr/>
          </p:nvSpPr>
          <p:spPr>
            <a:xfrm>
              <a:off x="16870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7" name="任意多边形 536"/>
            <p:cNvSpPr/>
            <p:nvPr/>
          </p:nvSpPr>
          <p:spPr>
            <a:xfrm>
              <a:off x="17026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8" name="任意多边形 537"/>
            <p:cNvSpPr/>
            <p:nvPr/>
          </p:nvSpPr>
          <p:spPr>
            <a:xfrm>
              <a:off x="17181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9" name="任意多边形 538"/>
            <p:cNvSpPr/>
            <p:nvPr/>
          </p:nvSpPr>
          <p:spPr>
            <a:xfrm>
              <a:off x="17337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0" name="任意多边形 539"/>
            <p:cNvSpPr/>
            <p:nvPr/>
          </p:nvSpPr>
          <p:spPr>
            <a:xfrm>
              <a:off x="17492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1" name="任意多边形 540"/>
            <p:cNvSpPr/>
            <p:nvPr/>
          </p:nvSpPr>
          <p:spPr>
            <a:xfrm>
              <a:off x="17648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2" name="任意多边形 541"/>
            <p:cNvSpPr/>
            <p:nvPr/>
          </p:nvSpPr>
          <p:spPr>
            <a:xfrm>
              <a:off x="15282" y="8066"/>
              <a:ext cx="359" cy="76"/>
            </a:xfrm>
            <a:custGeom>
              <a:avLst/>
              <a:gdLst>
                <a:gd name="connisteX0" fmla="*/ 0 w 227902"/>
                <a:gd name="connsiteY0" fmla="*/ 0 h 48344"/>
                <a:gd name="connisteX1" fmla="*/ 0 w 227902"/>
                <a:gd name="connsiteY1" fmla="*/ 48344 h 48344"/>
                <a:gd name="connisteX2" fmla="*/ 227902 w 227902"/>
                <a:gd name="connsiteY2" fmla="*/ 48344 h 48344"/>
                <a:gd name="connisteX3" fmla="*/ 227902 w 227902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227902" h="48344">
                  <a:moveTo>
                    <a:pt x="0" y="0"/>
                  </a:moveTo>
                  <a:lnTo>
                    <a:pt x="0" y="48344"/>
                  </a:lnTo>
                  <a:lnTo>
                    <a:pt x="227902" y="48344"/>
                  </a:lnTo>
                  <a:lnTo>
                    <a:pt x="227902" y="0"/>
                  </a:lnTo>
                </a:path>
              </a:pathLst>
            </a:custGeom>
            <a:noFill/>
            <a:ln w="8978" cap="flat">
              <a:solidFill>
                <a:srgbClr val="282B31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" name="任意多边形 542"/>
            <p:cNvSpPr/>
            <p:nvPr/>
          </p:nvSpPr>
          <p:spPr>
            <a:xfrm>
              <a:off x="15277" y="8223"/>
              <a:ext cx="359" cy="196"/>
            </a:xfrm>
            <a:custGeom>
              <a:avLst/>
              <a:gdLst>
                <a:gd name="connisteX0" fmla="*/ 0 w 227902"/>
                <a:gd name="connsiteY0" fmla="*/ 0 h 124314"/>
                <a:gd name="connisteX1" fmla="*/ 227902 w 227902"/>
                <a:gd name="connsiteY1" fmla="*/ 0 h 124314"/>
                <a:gd name="connisteX2" fmla="*/ 227902 w 227902"/>
                <a:gd name="connsiteY2" fmla="*/ 124314 h 124314"/>
                <a:gd name="connisteX3" fmla="*/ 0 w 227902"/>
                <a:gd name="connsiteY3" fmla="*/ 124314 h 124314"/>
                <a:gd name="connisteX4" fmla="*/ 0 w 227902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27902" h="124314">
                  <a:moveTo>
                    <a:pt x="0" y="0"/>
                  </a:moveTo>
                  <a:lnTo>
                    <a:pt x="227902" y="0"/>
                  </a:lnTo>
                  <a:lnTo>
                    <a:pt x="227902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47" name="Text"/>
            <p:cNvSpPr txBox="1"/>
            <p:nvPr/>
          </p:nvSpPr>
          <p:spPr>
            <a:xfrm>
              <a:off x="15266" y="8229"/>
              <a:ext cx="381" cy="236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/>
              <a:r>
                <a:rPr lang="en-US" sz="105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546" name="任意多边形 545"/>
            <p:cNvSpPr/>
            <p:nvPr/>
          </p:nvSpPr>
          <p:spPr>
            <a:xfrm>
              <a:off x="15706" y="8066"/>
              <a:ext cx="533" cy="76"/>
            </a:xfrm>
            <a:custGeom>
              <a:avLst/>
              <a:gdLst>
                <a:gd name="connisteX0" fmla="*/ 0 w 338400"/>
                <a:gd name="connsiteY0" fmla="*/ 0 h 48344"/>
                <a:gd name="connisteX1" fmla="*/ 0 w 338400"/>
                <a:gd name="connsiteY1" fmla="*/ 48344 h 48344"/>
                <a:gd name="connisteX2" fmla="*/ 338400 w 338400"/>
                <a:gd name="connsiteY2" fmla="*/ 48344 h 48344"/>
                <a:gd name="connisteX3" fmla="*/ 338400 w 338400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38400" h="48344">
                  <a:moveTo>
                    <a:pt x="0" y="0"/>
                  </a:moveTo>
                  <a:lnTo>
                    <a:pt x="0" y="48344"/>
                  </a:lnTo>
                  <a:lnTo>
                    <a:pt x="338400" y="48344"/>
                  </a:lnTo>
                  <a:lnTo>
                    <a:pt x="338400" y="0"/>
                  </a:lnTo>
                </a:path>
              </a:pathLst>
            </a:custGeom>
            <a:noFill/>
            <a:ln w="8978" cap="flat">
              <a:solidFill>
                <a:srgbClr val="009CA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7" name="任意多边形 546"/>
            <p:cNvSpPr/>
            <p:nvPr/>
          </p:nvSpPr>
          <p:spPr>
            <a:xfrm>
              <a:off x="15701" y="8223"/>
              <a:ext cx="533" cy="196"/>
            </a:xfrm>
            <a:custGeom>
              <a:avLst/>
              <a:gdLst>
                <a:gd name="connisteX0" fmla="*/ 0 w 338400"/>
                <a:gd name="connsiteY0" fmla="*/ 0 h 124314"/>
                <a:gd name="connisteX1" fmla="*/ 338400 w 338400"/>
                <a:gd name="connsiteY1" fmla="*/ 0 h 124314"/>
                <a:gd name="connisteX2" fmla="*/ 338400 w 338400"/>
                <a:gd name="connsiteY2" fmla="*/ 124314 h 124314"/>
                <a:gd name="connisteX3" fmla="*/ 0 w 338400"/>
                <a:gd name="connsiteY3" fmla="*/ 124314 h 124314"/>
                <a:gd name="connisteX4" fmla="*/ 0 w 338400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38400" h="124314">
                  <a:moveTo>
                    <a:pt x="0" y="0"/>
                  </a:moveTo>
                  <a:lnTo>
                    <a:pt x="338400" y="0"/>
                  </a:lnTo>
                  <a:lnTo>
                    <a:pt x="338400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48" name="Text"/>
            <p:cNvSpPr txBox="1"/>
            <p:nvPr/>
          </p:nvSpPr>
          <p:spPr>
            <a:xfrm>
              <a:off x="15690" y="8229"/>
              <a:ext cx="555" cy="236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/>
              <a:r>
                <a:rPr lang="en-US" sz="105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550" name="任意多边形 549"/>
            <p:cNvSpPr/>
            <p:nvPr/>
          </p:nvSpPr>
          <p:spPr>
            <a:xfrm>
              <a:off x="16305" y="8066"/>
              <a:ext cx="663" cy="76"/>
            </a:xfrm>
            <a:custGeom>
              <a:avLst/>
              <a:gdLst>
                <a:gd name="connisteX0" fmla="*/ 0 w 421273"/>
                <a:gd name="connsiteY0" fmla="*/ 0 h 48344"/>
                <a:gd name="connisteX1" fmla="*/ 0 w 421273"/>
                <a:gd name="connsiteY1" fmla="*/ 48344 h 48344"/>
                <a:gd name="connisteX2" fmla="*/ 421273 w 421273"/>
                <a:gd name="connsiteY2" fmla="*/ 48344 h 48344"/>
                <a:gd name="connisteX3" fmla="*/ 421273 w 421273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21274" h="48344">
                  <a:moveTo>
                    <a:pt x="0" y="0"/>
                  </a:moveTo>
                  <a:lnTo>
                    <a:pt x="0" y="48344"/>
                  </a:lnTo>
                  <a:lnTo>
                    <a:pt x="421274" y="48344"/>
                  </a:lnTo>
                  <a:lnTo>
                    <a:pt x="421274" y="0"/>
                  </a:lnTo>
                </a:path>
              </a:pathLst>
            </a:custGeom>
            <a:noFill/>
            <a:ln w="8978" cap="flat">
              <a:solidFill>
                <a:srgbClr val="4389FF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1" name="任意多边形 550"/>
            <p:cNvSpPr/>
            <p:nvPr/>
          </p:nvSpPr>
          <p:spPr>
            <a:xfrm>
              <a:off x="16299" y="8223"/>
              <a:ext cx="664" cy="196"/>
            </a:xfrm>
            <a:custGeom>
              <a:avLst/>
              <a:gdLst>
                <a:gd name="connisteX0" fmla="*/ 0 w 421273"/>
                <a:gd name="connsiteY0" fmla="*/ 0 h 124314"/>
                <a:gd name="connisteX1" fmla="*/ 421273 w 421273"/>
                <a:gd name="connsiteY1" fmla="*/ 0 h 124314"/>
                <a:gd name="connisteX2" fmla="*/ 421273 w 421273"/>
                <a:gd name="connsiteY2" fmla="*/ 124314 h 124314"/>
                <a:gd name="connisteX3" fmla="*/ 0 w 421273"/>
                <a:gd name="connsiteY3" fmla="*/ 124314 h 124314"/>
                <a:gd name="connisteX4" fmla="*/ 0 w 421273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21274" h="124314">
                  <a:moveTo>
                    <a:pt x="0" y="0"/>
                  </a:moveTo>
                  <a:lnTo>
                    <a:pt x="421274" y="0"/>
                  </a:lnTo>
                  <a:lnTo>
                    <a:pt x="421274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49" name="Text"/>
            <p:cNvSpPr txBox="1"/>
            <p:nvPr/>
          </p:nvSpPr>
          <p:spPr>
            <a:xfrm>
              <a:off x="16288" y="8229"/>
              <a:ext cx="685" cy="236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/>
              <a:r>
                <a:rPr lang="en-US" sz="105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554" name="任意多边形 553"/>
            <p:cNvSpPr/>
            <p:nvPr/>
          </p:nvSpPr>
          <p:spPr>
            <a:xfrm>
              <a:off x="17022" y="8066"/>
              <a:ext cx="773" cy="76"/>
            </a:xfrm>
            <a:custGeom>
              <a:avLst/>
              <a:gdLst>
                <a:gd name="connisteX0" fmla="*/ 0 w 490334"/>
                <a:gd name="connsiteY0" fmla="*/ 0 h 48344"/>
                <a:gd name="connisteX1" fmla="*/ 0 w 490334"/>
                <a:gd name="connsiteY1" fmla="*/ 48344 h 48344"/>
                <a:gd name="connisteX2" fmla="*/ 490334 w 490334"/>
                <a:gd name="connsiteY2" fmla="*/ 48344 h 48344"/>
                <a:gd name="connisteX3" fmla="*/ 490334 w 490334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90335" h="48344">
                  <a:moveTo>
                    <a:pt x="0" y="0"/>
                  </a:moveTo>
                  <a:lnTo>
                    <a:pt x="0" y="48344"/>
                  </a:lnTo>
                  <a:lnTo>
                    <a:pt x="490335" y="48344"/>
                  </a:lnTo>
                  <a:lnTo>
                    <a:pt x="490335" y="0"/>
                  </a:lnTo>
                </a:path>
              </a:pathLst>
            </a:custGeom>
            <a:noFill/>
            <a:ln w="8978" cap="flat">
              <a:solidFill>
                <a:srgbClr val="27272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5" name="任意多边形 554"/>
            <p:cNvSpPr/>
            <p:nvPr/>
          </p:nvSpPr>
          <p:spPr>
            <a:xfrm>
              <a:off x="17017" y="8223"/>
              <a:ext cx="772" cy="196"/>
            </a:xfrm>
            <a:custGeom>
              <a:avLst/>
              <a:gdLst>
                <a:gd name="connisteX0" fmla="*/ 0 w 490334"/>
                <a:gd name="connsiteY0" fmla="*/ 0 h 124314"/>
                <a:gd name="connisteX1" fmla="*/ 490334 w 490334"/>
                <a:gd name="connsiteY1" fmla="*/ 0 h 124314"/>
                <a:gd name="connisteX2" fmla="*/ 490334 w 490334"/>
                <a:gd name="connsiteY2" fmla="*/ 124314 h 124314"/>
                <a:gd name="connisteX3" fmla="*/ 0 w 490334"/>
                <a:gd name="connsiteY3" fmla="*/ 124314 h 124314"/>
                <a:gd name="connisteX4" fmla="*/ 0 w 490334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90335" h="124314">
                  <a:moveTo>
                    <a:pt x="0" y="0"/>
                  </a:moveTo>
                  <a:lnTo>
                    <a:pt x="490335" y="0"/>
                  </a:lnTo>
                  <a:lnTo>
                    <a:pt x="490335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50" name="Text"/>
            <p:cNvSpPr txBox="1"/>
            <p:nvPr/>
          </p:nvSpPr>
          <p:spPr>
            <a:xfrm>
              <a:off x="17006" y="8229"/>
              <a:ext cx="794" cy="236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/>
              <a:r>
                <a:rPr lang="en-US" sz="105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</a:p>
          </p:txBody>
        </p:sp>
        <p:sp>
          <p:nvSpPr>
            <p:cNvPr id="570" name="任意多边形 569"/>
            <p:cNvSpPr/>
            <p:nvPr/>
          </p:nvSpPr>
          <p:spPr>
            <a:xfrm>
              <a:off x="15326" y="8805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5525" cap="flat">
              <a:solidFill>
                <a:srgbClr val="66666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1" name="任意多边形 570"/>
            <p:cNvSpPr/>
            <p:nvPr/>
          </p:nvSpPr>
          <p:spPr>
            <a:xfrm>
              <a:off x="15570" y="8800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43" name="Text"/>
            <p:cNvSpPr txBox="1"/>
            <p:nvPr/>
          </p:nvSpPr>
          <p:spPr>
            <a:xfrm>
              <a:off x="15535" y="8837"/>
              <a:ext cx="1055" cy="229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/>
              <a:r>
                <a:rPr lang="en-US" sz="100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Aligned</a:t>
              </a:r>
            </a:p>
          </p:txBody>
        </p:sp>
        <p:sp>
          <p:nvSpPr>
            <p:cNvPr id="574" name="任意多边形 573"/>
            <p:cNvSpPr/>
            <p:nvPr/>
          </p:nvSpPr>
          <p:spPr>
            <a:xfrm>
              <a:off x="16729" y="8805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5525" cap="flat">
              <a:solidFill>
                <a:srgbClr val="66666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5" name="任意多边形 574"/>
            <p:cNvSpPr/>
            <p:nvPr/>
          </p:nvSpPr>
          <p:spPr>
            <a:xfrm>
              <a:off x="16973" y="8800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44" name="Text"/>
            <p:cNvSpPr txBox="1"/>
            <p:nvPr/>
          </p:nvSpPr>
          <p:spPr>
            <a:xfrm>
              <a:off x="16938" y="8837"/>
              <a:ext cx="1055" cy="229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/>
              <a:r>
                <a:rPr lang="en-US" sz="100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Executed</a:t>
              </a:r>
            </a:p>
          </p:txBody>
        </p:sp>
        <p:sp>
          <p:nvSpPr>
            <p:cNvPr id="578" name="任意多边形 577"/>
            <p:cNvSpPr/>
            <p:nvPr/>
          </p:nvSpPr>
          <p:spPr>
            <a:xfrm>
              <a:off x="15326" y="9153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5525" cap="flat">
              <a:solidFill>
                <a:srgbClr val="66666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9" name="任意多边形 578"/>
            <p:cNvSpPr/>
            <p:nvPr/>
          </p:nvSpPr>
          <p:spPr>
            <a:xfrm>
              <a:off x="15570" y="9148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45" name="Text"/>
            <p:cNvSpPr txBox="1"/>
            <p:nvPr/>
          </p:nvSpPr>
          <p:spPr>
            <a:xfrm>
              <a:off x="15535" y="9185"/>
              <a:ext cx="1055" cy="23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/>
              <a:r>
                <a:rPr lang="en-US" sz="100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Planned</a:t>
              </a:r>
            </a:p>
          </p:txBody>
        </p:sp>
        <p:sp>
          <p:nvSpPr>
            <p:cNvPr id="582" name="任意多边形 581"/>
            <p:cNvSpPr/>
            <p:nvPr/>
          </p:nvSpPr>
          <p:spPr>
            <a:xfrm>
              <a:off x="16729" y="9153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525" cap="flat">
              <a:solidFill>
                <a:srgbClr val="66666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3" name="任意多边形 582"/>
            <p:cNvSpPr/>
            <p:nvPr/>
          </p:nvSpPr>
          <p:spPr>
            <a:xfrm>
              <a:off x="16973" y="9148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46" name="Text"/>
            <p:cNvSpPr txBox="1"/>
            <p:nvPr/>
          </p:nvSpPr>
          <p:spPr>
            <a:xfrm>
              <a:off x="16938" y="9185"/>
              <a:ext cx="1055" cy="23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/>
              <a:r>
                <a:rPr lang="en-US" sz="100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Unplanned</a:t>
              </a:r>
            </a:p>
          </p:txBody>
        </p:sp>
        <p:sp>
          <p:nvSpPr>
            <p:cNvPr id="586" name="任意多边形 585"/>
            <p:cNvSpPr/>
            <p:nvPr/>
          </p:nvSpPr>
          <p:spPr>
            <a:xfrm>
              <a:off x="15489" y="9599"/>
              <a:ext cx="2251" cy="577"/>
            </a:xfrm>
            <a:custGeom>
              <a:avLst/>
              <a:gdLst>
                <a:gd name="connisteX0" fmla="*/ 0 w 1429567"/>
                <a:gd name="connsiteY0" fmla="*/ 47584 h 366036"/>
                <a:gd name="connisteX1" fmla="*/ 42887 w 1429567"/>
                <a:gd name="connsiteY1" fmla="*/ 0 h 366036"/>
                <a:gd name="connisteX2" fmla="*/ 1386680 w 1429567"/>
                <a:gd name="connsiteY2" fmla="*/ 0 h 366036"/>
                <a:gd name="connisteX3" fmla="*/ 1429567 w 1429567"/>
                <a:gd name="connsiteY3" fmla="*/ 47584 h 366036"/>
                <a:gd name="connisteX4" fmla="*/ 1429567 w 1429567"/>
                <a:gd name="connsiteY4" fmla="*/ 318451 h 366036"/>
                <a:gd name="connisteX5" fmla="*/ 1386680 w 1429567"/>
                <a:gd name="connsiteY5" fmla="*/ 366036 h 366036"/>
                <a:gd name="connisteX6" fmla="*/ 42887 w 1429567"/>
                <a:gd name="connsiteY6" fmla="*/ 366036 h 366036"/>
                <a:gd name="connisteX7" fmla="*/ 0 w 1429567"/>
                <a:gd name="connsiteY7" fmla="*/ 318451 h 366036"/>
                <a:gd name="connisteX8" fmla="*/ 0 w 1429567"/>
                <a:gd name="connsiteY8" fmla="*/ 47584 h 36603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429568" h="366036">
                  <a:moveTo>
                    <a:pt x="0" y="47585"/>
                  </a:moveTo>
                  <a:cubicBezTo>
                    <a:pt x="0" y="21304"/>
                    <a:pt x="19201" y="0"/>
                    <a:pt x="42887" y="0"/>
                  </a:cubicBezTo>
                  <a:lnTo>
                    <a:pt x="1386681" y="0"/>
                  </a:lnTo>
                  <a:cubicBezTo>
                    <a:pt x="1410367" y="0"/>
                    <a:pt x="1429568" y="21304"/>
                    <a:pt x="1429568" y="47585"/>
                  </a:cubicBezTo>
                  <a:lnTo>
                    <a:pt x="1429568" y="318452"/>
                  </a:lnTo>
                  <a:cubicBezTo>
                    <a:pt x="1429568" y="344732"/>
                    <a:pt x="1410367" y="366036"/>
                    <a:pt x="1386681" y="366036"/>
                  </a:cubicBezTo>
                  <a:lnTo>
                    <a:pt x="42887" y="366036"/>
                  </a:lnTo>
                  <a:cubicBezTo>
                    <a:pt x="19201" y="366036"/>
                    <a:pt x="0" y="344732"/>
                    <a:pt x="0" y="318452"/>
                  </a:cubicBezTo>
                  <a:lnTo>
                    <a:pt x="0" y="47585"/>
                  </a:lnTo>
                  <a:close/>
                </a:path>
              </a:pathLst>
            </a:custGeom>
            <a:solidFill>
              <a:srgbClr val="E9F6FF"/>
            </a:solidFill>
            <a:ln w="6906" cap="flat">
              <a:solidFill>
                <a:srgbClr val="498DFA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7" name="任意多边形 586"/>
            <p:cNvSpPr/>
            <p:nvPr/>
          </p:nvSpPr>
          <p:spPr>
            <a:xfrm>
              <a:off x="15516" y="9615"/>
              <a:ext cx="2186" cy="533"/>
            </a:xfrm>
            <a:custGeom>
              <a:avLst/>
              <a:gdLst>
                <a:gd name="connisteX0" fmla="*/ 0 w 1388131"/>
                <a:gd name="connsiteY0" fmla="*/ 0 h 338410"/>
                <a:gd name="connisteX1" fmla="*/ 1388131 w 1388131"/>
                <a:gd name="connsiteY1" fmla="*/ 0 h 338410"/>
                <a:gd name="connisteX2" fmla="*/ 1388131 w 1388131"/>
                <a:gd name="connsiteY2" fmla="*/ 338410 h 338410"/>
                <a:gd name="connisteX3" fmla="*/ 0 w 1388131"/>
                <a:gd name="connsiteY3" fmla="*/ 338410 h 338410"/>
                <a:gd name="connisteX4" fmla="*/ 0 w 1388131"/>
                <a:gd name="connsiteY4" fmla="*/ 0 h 3384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8131" h="338411">
                  <a:moveTo>
                    <a:pt x="0" y="0"/>
                  </a:moveTo>
                  <a:lnTo>
                    <a:pt x="1388131" y="0"/>
                  </a:lnTo>
                  <a:lnTo>
                    <a:pt x="1388131" y="338411"/>
                  </a:lnTo>
                  <a:lnTo>
                    <a:pt x="0" y="33841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88" name="图片 587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5505" y="9659"/>
              <a:ext cx="2208" cy="51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3" name="任意多边形 102"/>
          <p:cNvSpPr/>
          <p:nvPr/>
        </p:nvSpPr>
        <p:spPr>
          <a:xfrm flipV="1">
            <a:off x="6309995" y="2037715"/>
            <a:ext cx="207010" cy="76200"/>
          </a:xfrm>
          <a:custGeom>
            <a:avLst/>
            <a:gdLst>
              <a:gd name="connisteX0" fmla="*/ 0 w 52003"/>
              <a:gd name="connsiteY0" fmla="*/ 0 h 0"/>
              <a:gd name="connisteX1" fmla="*/ 52003 w 52003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52003">
                <a:moveTo>
                  <a:pt x="0" y="0"/>
                </a:moveTo>
                <a:lnTo>
                  <a:pt x="52003" y="0"/>
                </a:lnTo>
              </a:path>
            </a:pathLst>
          </a:custGeom>
          <a:noFill/>
          <a:ln w="25400" cap="flat">
            <a:solidFill>
              <a:srgbClr val="5997FF"/>
            </a:solidFill>
            <a:miter/>
            <a:tailEnd type="triangle"/>
          </a:ln>
        </p:spPr>
        <p:txBody>
          <a:bodyPr/>
          <a:p>
            <a:endParaRPr lang="zh-CN" altLang="en-US"/>
          </a:p>
        </p:txBody>
      </p:sp>
      <p:sp>
        <p:nvSpPr>
          <p:cNvPr id="112" name="任意多边形 111"/>
          <p:cNvSpPr/>
          <p:nvPr/>
        </p:nvSpPr>
        <p:spPr>
          <a:xfrm>
            <a:off x="6523990" y="504825"/>
            <a:ext cx="4861560" cy="3369945"/>
          </a:xfrm>
          <a:custGeom>
            <a:avLst/>
            <a:gdLst>
              <a:gd name="connisteX0" fmla="*/ 0 w 4861912"/>
              <a:gd name="connsiteY0" fmla="*/ 151663 h 3370296"/>
              <a:gd name="connisteX1" fmla="*/ 145857 w 4861912"/>
              <a:gd name="connsiteY1" fmla="*/ 0 h 3370296"/>
              <a:gd name="connisteX2" fmla="*/ 4716054 w 4861912"/>
              <a:gd name="connsiteY2" fmla="*/ 0 h 3370296"/>
              <a:gd name="connisteX3" fmla="*/ 4861912 w 4861912"/>
              <a:gd name="connsiteY3" fmla="*/ 151663 h 3370296"/>
              <a:gd name="connisteX4" fmla="*/ 4861912 w 4861912"/>
              <a:gd name="connsiteY4" fmla="*/ 3218632 h 3370296"/>
              <a:gd name="connisteX5" fmla="*/ 4716054 w 4861912"/>
              <a:gd name="connsiteY5" fmla="*/ 3370296 h 3370296"/>
              <a:gd name="connisteX6" fmla="*/ 145857 w 4861912"/>
              <a:gd name="connsiteY6" fmla="*/ 3370296 h 3370296"/>
              <a:gd name="connisteX7" fmla="*/ 0 w 4861912"/>
              <a:gd name="connsiteY7" fmla="*/ 3218632 h 3370296"/>
              <a:gd name="connisteX8" fmla="*/ 0 w 4861912"/>
              <a:gd name="connsiteY8" fmla="*/ 151663 h 33702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861912" h="3370296">
                <a:moveTo>
                  <a:pt x="0" y="151663"/>
                </a:moveTo>
                <a:cubicBezTo>
                  <a:pt x="0" y="67902"/>
                  <a:pt x="65303" y="0"/>
                  <a:pt x="145857" y="0"/>
                </a:cubicBezTo>
                <a:lnTo>
                  <a:pt x="4716055" y="0"/>
                </a:lnTo>
                <a:cubicBezTo>
                  <a:pt x="4796610" y="0"/>
                  <a:pt x="4861912" y="67902"/>
                  <a:pt x="4861912" y="151663"/>
                </a:cubicBezTo>
                <a:lnTo>
                  <a:pt x="4861912" y="3218633"/>
                </a:lnTo>
                <a:cubicBezTo>
                  <a:pt x="4861912" y="3302394"/>
                  <a:pt x="4796610" y="3370296"/>
                  <a:pt x="4716055" y="3370296"/>
                </a:cubicBezTo>
                <a:lnTo>
                  <a:pt x="145857" y="3370296"/>
                </a:lnTo>
                <a:cubicBezTo>
                  <a:pt x="65303" y="3370296"/>
                  <a:pt x="0" y="3302394"/>
                  <a:pt x="0" y="3218633"/>
                </a:cubicBezTo>
                <a:lnTo>
                  <a:pt x="0" y="151663"/>
                </a:lnTo>
                <a:close/>
              </a:path>
            </a:pathLst>
          </a:custGeom>
          <a:solidFill>
            <a:srgbClr val="EAF7FF"/>
          </a:solidFill>
          <a:ln w="13812" cap="flat">
            <a:solidFill>
              <a:srgbClr val="4398D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14" name="任意多边形 113"/>
          <p:cNvSpPr/>
          <p:nvPr/>
        </p:nvSpPr>
        <p:spPr>
          <a:xfrm>
            <a:off x="6634480" y="553085"/>
            <a:ext cx="4640580" cy="269240"/>
          </a:xfrm>
          <a:custGeom>
            <a:avLst/>
            <a:gdLst>
              <a:gd name="connisteX0" fmla="*/ 0 w 4640916"/>
              <a:gd name="connsiteY0" fmla="*/ 0 h 269347"/>
              <a:gd name="connisteX1" fmla="*/ 4640916 w 4640916"/>
              <a:gd name="connsiteY1" fmla="*/ 0 h 269347"/>
              <a:gd name="connisteX2" fmla="*/ 4640916 w 4640916"/>
              <a:gd name="connsiteY2" fmla="*/ 269347 h 269347"/>
              <a:gd name="connisteX3" fmla="*/ 0 w 4640916"/>
              <a:gd name="connsiteY3" fmla="*/ 269347 h 269347"/>
              <a:gd name="connisteX4" fmla="*/ 0 w 4640916"/>
              <a:gd name="connsiteY4" fmla="*/ 0 h 26934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640916" h="269347">
                <a:moveTo>
                  <a:pt x="0" y="0"/>
                </a:moveTo>
                <a:lnTo>
                  <a:pt x="4640916" y="0"/>
                </a:lnTo>
                <a:lnTo>
                  <a:pt x="4640916" y="269347"/>
                </a:lnTo>
                <a:lnTo>
                  <a:pt x="0" y="2693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7495" y="563245"/>
            <a:ext cx="4654550" cy="31813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17" name="任意多边形 116"/>
          <p:cNvSpPr/>
          <p:nvPr/>
        </p:nvSpPr>
        <p:spPr>
          <a:xfrm>
            <a:off x="6606540" y="1133475"/>
            <a:ext cx="746125" cy="379730"/>
          </a:xfrm>
          <a:custGeom>
            <a:avLst/>
            <a:gdLst>
              <a:gd name="connisteX0" fmla="*/ 0 w 745861"/>
              <a:gd name="connsiteY0" fmla="*/ 0 h 379848"/>
              <a:gd name="connisteX1" fmla="*/ 745861 w 745861"/>
              <a:gd name="connsiteY1" fmla="*/ 0 h 379848"/>
              <a:gd name="connisteX2" fmla="*/ 745861 w 745861"/>
              <a:gd name="connsiteY2" fmla="*/ 379848 h 379848"/>
              <a:gd name="connisteX3" fmla="*/ 0 w 745861"/>
              <a:gd name="connsiteY3" fmla="*/ 379848 h 379848"/>
              <a:gd name="connisteX4" fmla="*/ 0 w 745861"/>
              <a:gd name="connsiteY4" fmla="*/ 0 h 37984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379849">
                <a:moveTo>
                  <a:pt x="0" y="0"/>
                </a:moveTo>
                <a:lnTo>
                  <a:pt x="745862" y="0"/>
                </a:lnTo>
                <a:lnTo>
                  <a:pt x="745862" y="379849"/>
                </a:lnTo>
                <a:lnTo>
                  <a:pt x="0" y="379849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24" name="任意多边形 123"/>
          <p:cNvSpPr/>
          <p:nvPr/>
        </p:nvSpPr>
        <p:spPr>
          <a:xfrm>
            <a:off x="6805930" y="1419225"/>
            <a:ext cx="256540" cy="179705"/>
          </a:xfrm>
          <a:custGeom>
            <a:avLst/>
            <a:gdLst>
              <a:gd name="connisteX0" fmla="*/ 0 w 345306"/>
              <a:gd name="connsiteY0" fmla="*/ 48344 h 241722"/>
              <a:gd name="connisteX1" fmla="*/ 48342 w 345306"/>
              <a:gd name="connsiteY1" fmla="*/ 0 h 241722"/>
              <a:gd name="connisteX2" fmla="*/ 296963 w 345306"/>
              <a:gd name="connsiteY2" fmla="*/ 0 h 241722"/>
              <a:gd name="connisteX3" fmla="*/ 345306 w 345306"/>
              <a:gd name="connsiteY3" fmla="*/ 48344 h 241722"/>
              <a:gd name="connisteX4" fmla="*/ 345306 w 345306"/>
              <a:gd name="connsiteY4" fmla="*/ 193377 h 241722"/>
              <a:gd name="connisteX5" fmla="*/ 296963 w 345306"/>
              <a:gd name="connsiteY5" fmla="*/ 241722 h 241722"/>
              <a:gd name="connisteX6" fmla="*/ 48342 w 345306"/>
              <a:gd name="connsiteY6" fmla="*/ 241722 h 241722"/>
              <a:gd name="connisteX7" fmla="*/ 0 w 345306"/>
              <a:gd name="connsiteY7" fmla="*/ 193377 h 241722"/>
              <a:gd name="connisteX8" fmla="*/ 0 w 345306"/>
              <a:gd name="connsiteY8" fmla="*/ 48344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45306" h="241722">
                <a:moveTo>
                  <a:pt x="0" y="48344"/>
                </a:moveTo>
                <a:cubicBezTo>
                  <a:pt x="0" y="21645"/>
                  <a:pt x="21644" y="0"/>
                  <a:pt x="48343" y="0"/>
                </a:cubicBezTo>
                <a:lnTo>
                  <a:pt x="296963" y="0"/>
                </a:lnTo>
                <a:cubicBezTo>
                  <a:pt x="323662" y="0"/>
                  <a:pt x="345306" y="21645"/>
                  <a:pt x="345306" y="48344"/>
                </a:cubicBezTo>
                <a:lnTo>
                  <a:pt x="345306" y="193378"/>
                </a:lnTo>
                <a:cubicBezTo>
                  <a:pt x="345306" y="220078"/>
                  <a:pt x="323662" y="241722"/>
                  <a:pt x="296963" y="241722"/>
                </a:cubicBezTo>
                <a:lnTo>
                  <a:pt x="48343" y="241722"/>
                </a:lnTo>
                <a:cubicBezTo>
                  <a:pt x="21644" y="241722"/>
                  <a:pt x="0" y="220078"/>
                  <a:pt x="0" y="193378"/>
                </a:cubicBezTo>
                <a:lnTo>
                  <a:pt x="0" y="48344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34" name="任意多边形 133"/>
          <p:cNvSpPr/>
          <p:nvPr/>
        </p:nvSpPr>
        <p:spPr>
          <a:xfrm>
            <a:off x="7369810" y="1177925"/>
            <a:ext cx="746125" cy="656590"/>
          </a:xfrm>
          <a:custGeom>
            <a:avLst/>
            <a:gdLst>
              <a:gd name="connisteX0" fmla="*/ 0 w 745861"/>
              <a:gd name="connsiteY0" fmla="*/ 0 h 656102"/>
              <a:gd name="connisteX1" fmla="*/ 745861 w 745861"/>
              <a:gd name="connsiteY1" fmla="*/ 179564 h 656102"/>
              <a:gd name="connisteX2" fmla="*/ 745861 w 745861"/>
              <a:gd name="connsiteY2" fmla="*/ 462725 h 656102"/>
              <a:gd name="connisteX3" fmla="*/ 0 w 745861"/>
              <a:gd name="connsiteY3" fmla="*/ 656102 h 656102"/>
              <a:gd name="connisteX4" fmla="*/ 0 w 745861"/>
              <a:gd name="connsiteY4" fmla="*/ 0 h 6561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656103">
                <a:moveTo>
                  <a:pt x="0" y="0"/>
                </a:moveTo>
                <a:lnTo>
                  <a:pt x="745862" y="179565"/>
                </a:lnTo>
                <a:lnTo>
                  <a:pt x="745862" y="462725"/>
                </a:lnTo>
                <a:lnTo>
                  <a:pt x="0" y="656103"/>
                </a:lnTo>
                <a:lnTo>
                  <a:pt x="0" y="0"/>
                </a:lnTo>
                <a:close/>
              </a:path>
            </a:pathLst>
          </a:custGeom>
          <a:solidFill>
            <a:srgbClr val="C3DF94"/>
          </a:solidFill>
          <a:ln w="9669" cap="flat">
            <a:solidFill>
              <a:srgbClr val="589226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35" name="任意多边形 134"/>
          <p:cNvSpPr/>
          <p:nvPr/>
        </p:nvSpPr>
        <p:spPr>
          <a:xfrm>
            <a:off x="7386955" y="1326515"/>
            <a:ext cx="690880" cy="373380"/>
          </a:xfrm>
          <a:custGeom>
            <a:avLst/>
            <a:gdLst>
              <a:gd name="connisteX0" fmla="*/ 0 w 690612"/>
              <a:gd name="connsiteY0" fmla="*/ 0 h 372942"/>
              <a:gd name="connisteX1" fmla="*/ 690612 w 690612"/>
              <a:gd name="connsiteY1" fmla="*/ 0 h 372942"/>
              <a:gd name="connisteX2" fmla="*/ 690612 w 690612"/>
              <a:gd name="connsiteY2" fmla="*/ 372942 h 372942"/>
              <a:gd name="connisteX3" fmla="*/ 0 w 690612"/>
              <a:gd name="connsiteY3" fmla="*/ 372942 h 372942"/>
              <a:gd name="connisteX4" fmla="*/ 0 w 690612"/>
              <a:gd name="connsiteY4" fmla="*/ 0 h 37294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690613" h="372943">
                <a:moveTo>
                  <a:pt x="0" y="0"/>
                </a:moveTo>
                <a:lnTo>
                  <a:pt x="690613" y="0"/>
                </a:lnTo>
                <a:lnTo>
                  <a:pt x="690613" y="372943"/>
                </a:lnTo>
                <a:lnTo>
                  <a:pt x="0" y="37294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733" name="Text"/>
          <p:cNvSpPr txBox="1"/>
          <p:nvPr/>
        </p:nvSpPr>
        <p:spPr>
          <a:xfrm>
            <a:off x="7380605" y="1350645"/>
            <a:ext cx="704215" cy="36639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3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State MLP</a:t>
            </a:r>
          </a:p>
        </p:txBody>
      </p:sp>
      <p:sp>
        <p:nvSpPr>
          <p:cNvPr id="138" name="任意多边形 137"/>
          <p:cNvSpPr/>
          <p:nvPr/>
        </p:nvSpPr>
        <p:spPr>
          <a:xfrm>
            <a:off x="6805930" y="1671320"/>
            <a:ext cx="256540" cy="179705"/>
          </a:xfrm>
          <a:custGeom>
            <a:avLst/>
            <a:gdLst>
              <a:gd name="connisteX0" fmla="*/ 0 w 324587"/>
              <a:gd name="connsiteY0" fmla="*/ 47860 h 227909"/>
              <a:gd name="connisteX1" fmla="*/ 47065 w 324587"/>
              <a:gd name="connsiteY1" fmla="*/ 0 h 227909"/>
              <a:gd name="connisteX2" fmla="*/ 277522 w 324587"/>
              <a:gd name="connsiteY2" fmla="*/ 0 h 227909"/>
              <a:gd name="connisteX3" fmla="*/ 324587 w 324587"/>
              <a:gd name="connsiteY3" fmla="*/ 47860 h 227909"/>
              <a:gd name="connisteX4" fmla="*/ 324587 w 324587"/>
              <a:gd name="connsiteY4" fmla="*/ 180048 h 227909"/>
              <a:gd name="connisteX5" fmla="*/ 277522 w 324587"/>
              <a:gd name="connsiteY5" fmla="*/ 227909 h 227909"/>
              <a:gd name="connisteX6" fmla="*/ 47065 w 324587"/>
              <a:gd name="connsiteY6" fmla="*/ 227909 h 227909"/>
              <a:gd name="connisteX7" fmla="*/ 0 w 324587"/>
              <a:gd name="connsiteY7" fmla="*/ 180048 h 227909"/>
              <a:gd name="connisteX8" fmla="*/ 0 w 324587"/>
              <a:gd name="connsiteY8" fmla="*/ 47860 h 2279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24588" h="227909">
                <a:moveTo>
                  <a:pt x="0" y="47861"/>
                </a:moveTo>
                <a:cubicBezTo>
                  <a:pt x="0" y="21428"/>
                  <a:pt x="21072" y="0"/>
                  <a:pt x="47065" y="0"/>
                </a:cubicBezTo>
                <a:lnTo>
                  <a:pt x="277523" y="0"/>
                </a:lnTo>
                <a:cubicBezTo>
                  <a:pt x="303516" y="0"/>
                  <a:pt x="324588" y="21428"/>
                  <a:pt x="324588" y="47861"/>
                </a:cubicBezTo>
                <a:lnTo>
                  <a:pt x="324588" y="180048"/>
                </a:lnTo>
                <a:cubicBezTo>
                  <a:pt x="324588" y="206481"/>
                  <a:pt x="303516" y="227909"/>
                  <a:pt x="277523" y="227909"/>
                </a:cubicBezTo>
                <a:lnTo>
                  <a:pt x="47065" y="227909"/>
                </a:lnTo>
                <a:cubicBezTo>
                  <a:pt x="21072" y="227909"/>
                  <a:pt x="0" y="206481"/>
                  <a:pt x="0" y="180048"/>
                </a:cubicBezTo>
                <a:lnTo>
                  <a:pt x="0" y="47861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42" name="任意多边形 141"/>
          <p:cNvSpPr/>
          <p:nvPr/>
        </p:nvSpPr>
        <p:spPr>
          <a:xfrm>
            <a:off x="6579235" y="2245360"/>
            <a:ext cx="787400" cy="358775"/>
          </a:xfrm>
          <a:custGeom>
            <a:avLst/>
            <a:gdLst>
              <a:gd name="connisteX0" fmla="*/ 0 w 787298"/>
              <a:gd name="connsiteY0" fmla="*/ 0 h 359129"/>
              <a:gd name="connisteX1" fmla="*/ 787298 w 787298"/>
              <a:gd name="connsiteY1" fmla="*/ 0 h 359129"/>
              <a:gd name="connisteX2" fmla="*/ 787298 w 787298"/>
              <a:gd name="connsiteY2" fmla="*/ 359129 h 359129"/>
              <a:gd name="connisteX3" fmla="*/ 0 w 787298"/>
              <a:gd name="connsiteY3" fmla="*/ 359129 h 359129"/>
              <a:gd name="connisteX4" fmla="*/ 0 w 787298"/>
              <a:gd name="connsiteY4" fmla="*/ 0 h 3591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87298" h="359130">
                <a:moveTo>
                  <a:pt x="0" y="0"/>
                </a:moveTo>
                <a:lnTo>
                  <a:pt x="787298" y="0"/>
                </a:lnTo>
                <a:lnTo>
                  <a:pt x="787298" y="359130"/>
                </a:lnTo>
                <a:lnTo>
                  <a:pt x="0" y="3591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46" name="任意多边形 145"/>
          <p:cNvSpPr/>
          <p:nvPr/>
        </p:nvSpPr>
        <p:spPr>
          <a:xfrm>
            <a:off x="6593205" y="3246755"/>
            <a:ext cx="344805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49" name="任意多边形 148"/>
          <p:cNvSpPr/>
          <p:nvPr/>
        </p:nvSpPr>
        <p:spPr>
          <a:xfrm>
            <a:off x="6951980" y="3246755"/>
            <a:ext cx="345440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52" name="任意多边形 151"/>
          <p:cNvSpPr/>
          <p:nvPr/>
        </p:nvSpPr>
        <p:spPr>
          <a:xfrm>
            <a:off x="7290435" y="3246755"/>
            <a:ext cx="345440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55" name="任意多边形 154"/>
          <p:cNvSpPr/>
          <p:nvPr/>
        </p:nvSpPr>
        <p:spPr>
          <a:xfrm>
            <a:off x="7369810" y="2538730"/>
            <a:ext cx="746125" cy="655955"/>
          </a:xfrm>
          <a:custGeom>
            <a:avLst/>
            <a:gdLst>
              <a:gd name="connisteX0" fmla="*/ 0 w 745861"/>
              <a:gd name="connsiteY0" fmla="*/ 0 h 656102"/>
              <a:gd name="connisteX1" fmla="*/ 745861 w 745861"/>
              <a:gd name="connsiteY1" fmla="*/ 186471 h 656102"/>
              <a:gd name="connisteX2" fmla="*/ 745861 w 745861"/>
              <a:gd name="connsiteY2" fmla="*/ 455818 h 656102"/>
              <a:gd name="connisteX3" fmla="*/ 0 w 745861"/>
              <a:gd name="connsiteY3" fmla="*/ 656102 h 656102"/>
              <a:gd name="connisteX4" fmla="*/ 0 w 745861"/>
              <a:gd name="connsiteY4" fmla="*/ 0 h 6561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656103">
                <a:moveTo>
                  <a:pt x="0" y="0"/>
                </a:moveTo>
                <a:lnTo>
                  <a:pt x="745862" y="186471"/>
                </a:lnTo>
                <a:lnTo>
                  <a:pt x="745862" y="455819"/>
                </a:lnTo>
                <a:lnTo>
                  <a:pt x="0" y="656103"/>
                </a:lnTo>
                <a:lnTo>
                  <a:pt x="0" y="0"/>
                </a:lnTo>
                <a:close/>
              </a:path>
            </a:pathLst>
          </a:custGeom>
          <a:solidFill>
            <a:srgbClr val="8CE5F6"/>
          </a:solidFill>
          <a:ln w="9669" cap="flat">
            <a:solidFill>
              <a:srgbClr val="009DD6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56" name="任意多边形 155"/>
          <p:cNvSpPr/>
          <p:nvPr/>
        </p:nvSpPr>
        <p:spPr>
          <a:xfrm>
            <a:off x="7400925" y="2687320"/>
            <a:ext cx="662940" cy="358775"/>
          </a:xfrm>
          <a:custGeom>
            <a:avLst/>
            <a:gdLst>
              <a:gd name="connisteX0" fmla="*/ 0 w 662988"/>
              <a:gd name="connsiteY0" fmla="*/ 0 h 359129"/>
              <a:gd name="connisteX1" fmla="*/ 662988 w 662988"/>
              <a:gd name="connsiteY1" fmla="*/ 0 h 359129"/>
              <a:gd name="connisteX2" fmla="*/ 662988 w 662988"/>
              <a:gd name="connsiteY2" fmla="*/ 359129 h 359129"/>
              <a:gd name="connisteX3" fmla="*/ 0 w 662988"/>
              <a:gd name="connsiteY3" fmla="*/ 359129 h 359129"/>
              <a:gd name="connisteX4" fmla="*/ 0 w 662988"/>
              <a:gd name="connsiteY4" fmla="*/ 0 h 3591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662988" h="359130">
                <a:moveTo>
                  <a:pt x="0" y="0"/>
                </a:moveTo>
                <a:lnTo>
                  <a:pt x="662988" y="0"/>
                </a:lnTo>
                <a:lnTo>
                  <a:pt x="662988" y="359130"/>
                </a:lnTo>
                <a:lnTo>
                  <a:pt x="0" y="3591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734" name="Text"/>
          <p:cNvSpPr txBox="1"/>
          <p:nvPr/>
        </p:nvSpPr>
        <p:spPr>
          <a:xfrm>
            <a:off x="7393940" y="2697480"/>
            <a:ext cx="676910" cy="38163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3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PointNet</a:t>
            </a:r>
          </a:p>
        </p:txBody>
      </p:sp>
      <p:sp>
        <p:nvSpPr>
          <p:cNvPr id="159" name="任意多边形 158"/>
          <p:cNvSpPr/>
          <p:nvPr/>
        </p:nvSpPr>
        <p:spPr>
          <a:xfrm>
            <a:off x="8112125" y="1492250"/>
            <a:ext cx="81280" cy="259080"/>
          </a:xfrm>
          <a:custGeom>
            <a:avLst/>
            <a:gdLst>
              <a:gd name="connisteX0" fmla="*/ 0 w 82873"/>
              <a:gd name="connsiteY0" fmla="*/ 0 h 212439"/>
              <a:gd name="connisteX1" fmla="*/ 82873 w 82873"/>
              <a:gd name="connsiteY1" fmla="*/ 0 h 212439"/>
              <a:gd name="connisteX2" fmla="*/ 82873 w 82873"/>
              <a:gd name="connsiteY2" fmla="*/ 212439 h 2124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2874" h="212439">
                <a:moveTo>
                  <a:pt x="0" y="0"/>
                </a:moveTo>
                <a:lnTo>
                  <a:pt x="82874" y="0"/>
                </a:lnTo>
                <a:lnTo>
                  <a:pt x="82874" y="212439"/>
                </a:lnTo>
              </a:path>
            </a:pathLst>
          </a:custGeom>
          <a:noFill/>
          <a:ln w="25400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0" name="任意多边形 159"/>
          <p:cNvSpPr/>
          <p:nvPr/>
        </p:nvSpPr>
        <p:spPr>
          <a:xfrm>
            <a:off x="8167370" y="173926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2" name="任意多边形 161"/>
          <p:cNvSpPr/>
          <p:nvPr/>
        </p:nvSpPr>
        <p:spPr>
          <a:xfrm>
            <a:off x="8112125" y="2608580"/>
            <a:ext cx="81280" cy="264795"/>
          </a:xfrm>
          <a:custGeom>
            <a:avLst/>
            <a:gdLst>
              <a:gd name="connisteX0" fmla="*/ 0 w 82873"/>
              <a:gd name="connsiteY0" fmla="*/ 212439 h 212439"/>
              <a:gd name="connisteX1" fmla="*/ 82873 w 82873"/>
              <a:gd name="connsiteY1" fmla="*/ 212439 h 212439"/>
              <a:gd name="connisteX2" fmla="*/ 82873 w 82873"/>
              <a:gd name="connsiteY2" fmla="*/ 0 h 2124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2874" h="212439">
                <a:moveTo>
                  <a:pt x="0" y="212439"/>
                </a:moveTo>
                <a:lnTo>
                  <a:pt x="82874" y="212439"/>
                </a:lnTo>
                <a:lnTo>
                  <a:pt x="82874" y="0"/>
                </a:lnTo>
              </a:path>
            </a:pathLst>
          </a:custGeom>
          <a:noFill/>
          <a:ln w="25400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3" name="任意多边形 162"/>
          <p:cNvSpPr/>
          <p:nvPr/>
        </p:nvSpPr>
        <p:spPr>
          <a:xfrm>
            <a:off x="8167370" y="2575560"/>
            <a:ext cx="55245" cy="55245"/>
          </a:xfrm>
          <a:custGeom>
            <a:avLst/>
            <a:gdLst>
              <a:gd name="connisteX0" fmla="*/ 27624 w 55249"/>
              <a:gd name="connsiteY0" fmla="*/ 0 h 55250"/>
              <a:gd name="connisteX1" fmla="*/ 55249 w 55249"/>
              <a:gd name="connsiteY1" fmla="*/ 55250 h 55250"/>
              <a:gd name="connisteX2" fmla="*/ 0 w 55249"/>
              <a:gd name="connsiteY2" fmla="*/ 55250 h 55250"/>
              <a:gd name="connisteX3" fmla="*/ 27624 w 55249"/>
              <a:gd name="connsiteY3" fmla="*/ 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0"/>
                </a:moveTo>
                <a:lnTo>
                  <a:pt x="55249" y="55251"/>
                </a:lnTo>
                <a:lnTo>
                  <a:pt x="0" y="55251"/>
                </a:lnTo>
                <a:lnTo>
                  <a:pt x="27625" y="0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5" name="任意多边形 164"/>
          <p:cNvSpPr/>
          <p:nvPr/>
        </p:nvSpPr>
        <p:spPr>
          <a:xfrm>
            <a:off x="8108950" y="1806575"/>
            <a:ext cx="197485" cy="759460"/>
          </a:xfrm>
          <a:custGeom>
            <a:avLst/>
            <a:gdLst>
              <a:gd name="connisteX0" fmla="*/ 0 w 138122"/>
              <a:gd name="connsiteY0" fmla="*/ 60775 h 759697"/>
              <a:gd name="connisteX1" fmla="*/ 62155 w 138122"/>
              <a:gd name="connsiteY1" fmla="*/ 0 h 759697"/>
              <a:gd name="connisteX2" fmla="*/ 75967 w 138122"/>
              <a:gd name="connsiteY2" fmla="*/ 0 h 759697"/>
              <a:gd name="connisteX3" fmla="*/ 138122 w 138122"/>
              <a:gd name="connsiteY3" fmla="*/ 60775 h 759697"/>
              <a:gd name="connisteX4" fmla="*/ 138122 w 138122"/>
              <a:gd name="connsiteY4" fmla="*/ 698922 h 759697"/>
              <a:gd name="connisteX5" fmla="*/ 75967 w 138122"/>
              <a:gd name="connsiteY5" fmla="*/ 759697 h 759697"/>
              <a:gd name="connisteX6" fmla="*/ 62155 w 138122"/>
              <a:gd name="connsiteY6" fmla="*/ 759697 h 759697"/>
              <a:gd name="connisteX7" fmla="*/ 0 w 138122"/>
              <a:gd name="connsiteY7" fmla="*/ 698922 h 759697"/>
              <a:gd name="connisteX8" fmla="*/ 0 w 138122"/>
              <a:gd name="connsiteY8" fmla="*/ 60775 h 759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123" h="759698">
                <a:moveTo>
                  <a:pt x="0" y="60776"/>
                </a:moveTo>
                <a:cubicBezTo>
                  <a:pt x="0" y="27210"/>
                  <a:pt x="27828" y="0"/>
                  <a:pt x="62155" y="0"/>
                </a:cubicBezTo>
                <a:lnTo>
                  <a:pt x="75967" y="0"/>
                </a:lnTo>
                <a:cubicBezTo>
                  <a:pt x="110295" y="0"/>
                  <a:pt x="138123" y="27210"/>
                  <a:pt x="138123" y="60776"/>
                </a:cubicBezTo>
                <a:lnTo>
                  <a:pt x="138123" y="698922"/>
                </a:lnTo>
                <a:cubicBezTo>
                  <a:pt x="138123" y="732488"/>
                  <a:pt x="110295" y="759698"/>
                  <a:pt x="75967" y="759698"/>
                </a:cubicBezTo>
                <a:lnTo>
                  <a:pt x="62155" y="759698"/>
                </a:lnTo>
                <a:cubicBezTo>
                  <a:pt x="27828" y="759698"/>
                  <a:pt x="0" y="732488"/>
                  <a:pt x="0" y="698922"/>
                </a:cubicBezTo>
                <a:lnTo>
                  <a:pt x="0" y="60776"/>
                </a:lnTo>
                <a:close/>
              </a:path>
            </a:pathLst>
          </a:custGeom>
          <a:solidFill>
            <a:srgbClr val="DBED9E"/>
          </a:solidFill>
          <a:ln w="6906" cap="flat">
            <a:solidFill>
              <a:srgbClr val="9DAF32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6" name="任意多边形 165"/>
          <p:cNvSpPr/>
          <p:nvPr/>
        </p:nvSpPr>
        <p:spPr>
          <a:xfrm>
            <a:off x="8165465" y="1875790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7" name="任意多边形 166"/>
          <p:cNvSpPr/>
          <p:nvPr/>
        </p:nvSpPr>
        <p:spPr>
          <a:xfrm>
            <a:off x="8165465" y="1965325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8" name="任意多边形 167"/>
          <p:cNvSpPr/>
          <p:nvPr/>
        </p:nvSpPr>
        <p:spPr>
          <a:xfrm>
            <a:off x="8165465" y="2055495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9" name="任意多边形 168"/>
          <p:cNvSpPr/>
          <p:nvPr/>
        </p:nvSpPr>
        <p:spPr>
          <a:xfrm>
            <a:off x="8165465" y="2145030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0" name="任意多边形 169"/>
          <p:cNvSpPr/>
          <p:nvPr/>
        </p:nvSpPr>
        <p:spPr>
          <a:xfrm>
            <a:off x="8165465" y="2234565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1" name="任意多边形 170"/>
          <p:cNvSpPr/>
          <p:nvPr/>
        </p:nvSpPr>
        <p:spPr>
          <a:xfrm>
            <a:off x="8165465" y="2324735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2" name="任意多边形 171"/>
          <p:cNvSpPr/>
          <p:nvPr/>
        </p:nvSpPr>
        <p:spPr>
          <a:xfrm>
            <a:off x="8165465" y="2414270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0" name="任意多边形 179"/>
          <p:cNvSpPr/>
          <p:nvPr/>
        </p:nvSpPr>
        <p:spPr>
          <a:xfrm>
            <a:off x="8740775" y="2148205"/>
            <a:ext cx="19050" cy="0"/>
          </a:xfrm>
          <a:custGeom>
            <a:avLst/>
            <a:gdLst>
              <a:gd name="connisteX0" fmla="*/ 0 w 19060"/>
              <a:gd name="connsiteY0" fmla="*/ 0 h 0"/>
              <a:gd name="connisteX1" fmla="*/ 19060 w 1906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9061">
                <a:moveTo>
                  <a:pt x="0" y="0"/>
                </a:moveTo>
                <a:lnTo>
                  <a:pt x="19061" y="0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1" name="任意多边形 180"/>
          <p:cNvSpPr/>
          <p:nvPr/>
        </p:nvSpPr>
        <p:spPr>
          <a:xfrm>
            <a:off x="8759825" y="2120900"/>
            <a:ext cx="55245" cy="55245"/>
          </a:xfrm>
          <a:custGeom>
            <a:avLst/>
            <a:gdLst>
              <a:gd name="connisteX0" fmla="*/ 55249 w 55249"/>
              <a:gd name="connsiteY0" fmla="*/ 27625 h 55250"/>
              <a:gd name="connisteX1" fmla="*/ 0 w 55249"/>
              <a:gd name="connsiteY1" fmla="*/ 55250 h 55250"/>
              <a:gd name="connisteX2" fmla="*/ 0 w 55249"/>
              <a:gd name="connsiteY2" fmla="*/ 0 h 55250"/>
              <a:gd name="connisteX3" fmla="*/ 55249 w 55249"/>
              <a:gd name="connsiteY3" fmla="*/ 27625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55249" y="27625"/>
                </a:moveTo>
                <a:lnTo>
                  <a:pt x="0" y="55251"/>
                </a:lnTo>
                <a:lnTo>
                  <a:pt x="0" y="0"/>
                </a:lnTo>
                <a:lnTo>
                  <a:pt x="55249" y="27625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3" name="任意多边形 182"/>
          <p:cNvSpPr/>
          <p:nvPr/>
        </p:nvSpPr>
        <p:spPr>
          <a:xfrm>
            <a:off x="8764905" y="888365"/>
            <a:ext cx="1236345" cy="497205"/>
          </a:xfrm>
          <a:custGeom>
            <a:avLst/>
            <a:gdLst>
              <a:gd name="connisteX0" fmla="*/ 0 w 1236196"/>
              <a:gd name="connsiteY0" fmla="*/ 67129 h 497256"/>
              <a:gd name="connisteX1" fmla="*/ 67990 w 1236196"/>
              <a:gd name="connsiteY1" fmla="*/ 0 h 497256"/>
              <a:gd name="connisteX2" fmla="*/ 1168205 w 1236196"/>
              <a:gd name="connsiteY2" fmla="*/ 0 h 497256"/>
              <a:gd name="connisteX3" fmla="*/ 1236196 w 1236196"/>
              <a:gd name="connsiteY3" fmla="*/ 67129 h 497256"/>
              <a:gd name="connisteX4" fmla="*/ 1236196 w 1236196"/>
              <a:gd name="connsiteY4" fmla="*/ 430127 h 497256"/>
              <a:gd name="connisteX5" fmla="*/ 1168205 w 1236196"/>
              <a:gd name="connsiteY5" fmla="*/ 497256 h 497256"/>
              <a:gd name="connisteX6" fmla="*/ 67990 w 1236196"/>
              <a:gd name="connsiteY6" fmla="*/ 497256 h 497256"/>
              <a:gd name="connisteX7" fmla="*/ 0 w 1236196"/>
              <a:gd name="connsiteY7" fmla="*/ 430127 h 497256"/>
              <a:gd name="connisteX8" fmla="*/ 0 w 1236196"/>
              <a:gd name="connsiteY8" fmla="*/ 67129 h 49725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236196" h="497257">
                <a:moveTo>
                  <a:pt x="0" y="67130"/>
                </a:moveTo>
                <a:cubicBezTo>
                  <a:pt x="0" y="30055"/>
                  <a:pt x="30441" y="0"/>
                  <a:pt x="67991" y="0"/>
                </a:cubicBezTo>
                <a:lnTo>
                  <a:pt x="1168206" y="0"/>
                </a:lnTo>
                <a:cubicBezTo>
                  <a:pt x="1205756" y="0"/>
                  <a:pt x="1236196" y="30055"/>
                  <a:pt x="1236196" y="67130"/>
                </a:cubicBezTo>
                <a:lnTo>
                  <a:pt x="1236196" y="430127"/>
                </a:lnTo>
                <a:cubicBezTo>
                  <a:pt x="1236196" y="467202"/>
                  <a:pt x="1205756" y="497257"/>
                  <a:pt x="1168206" y="497257"/>
                </a:cubicBezTo>
                <a:lnTo>
                  <a:pt x="67991" y="497257"/>
                </a:lnTo>
                <a:cubicBezTo>
                  <a:pt x="30441" y="497257"/>
                  <a:pt x="0" y="467202"/>
                  <a:pt x="0" y="430127"/>
                </a:cubicBezTo>
                <a:lnTo>
                  <a:pt x="0" y="67130"/>
                </a:lnTo>
                <a:close/>
              </a:path>
            </a:pathLst>
          </a:custGeom>
          <a:solidFill>
            <a:srgbClr val="F6FAFF"/>
          </a:solidFill>
          <a:ln w="8287" cap="flat">
            <a:solidFill>
              <a:srgbClr val="425A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4" name="任意多边形 183"/>
          <p:cNvSpPr/>
          <p:nvPr/>
        </p:nvSpPr>
        <p:spPr>
          <a:xfrm>
            <a:off x="8803005" y="898525"/>
            <a:ext cx="1167130" cy="248285"/>
          </a:xfrm>
          <a:custGeom>
            <a:avLst/>
            <a:gdLst>
              <a:gd name="connisteX0" fmla="*/ 0 w 1167135"/>
              <a:gd name="connsiteY0" fmla="*/ 0 h 248628"/>
              <a:gd name="connisteX1" fmla="*/ 1167135 w 1167135"/>
              <a:gd name="connsiteY1" fmla="*/ 0 h 248628"/>
              <a:gd name="connisteX2" fmla="*/ 1167135 w 1167135"/>
              <a:gd name="connsiteY2" fmla="*/ 248628 h 248628"/>
              <a:gd name="connisteX3" fmla="*/ 0 w 1167135"/>
              <a:gd name="connsiteY3" fmla="*/ 248628 h 248628"/>
              <a:gd name="connisteX4" fmla="*/ 0 w 1167135"/>
              <a:gd name="connsiteY4" fmla="*/ 0 h 24862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167135" h="248628">
                <a:moveTo>
                  <a:pt x="0" y="0"/>
                </a:moveTo>
                <a:lnTo>
                  <a:pt x="1167135" y="0"/>
                </a:lnTo>
                <a:lnTo>
                  <a:pt x="1167135" y="248628"/>
                </a:lnTo>
                <a:lnTo>
                  <a:pt x="0" y="248628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736" name="Text"/>
          <p:cNvSpPr txBox="1"/>
          <p:nvPr/>
        </p:nvSpPr>
        <p:spPr>
          <a:xfrm>
            <a:off x="8796020" y="894715"/>
            <a:ext cx="1181100" cy="29019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Noisy trajectory </a:t>
            </a:r>
            <a:r>
              <a:rPr lang="en-US" sz="115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115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US" sz="1150" b="0" i="1" baseline="30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pic>
        <p:nvPicPr>
          <p:cNvPr id="187" name="图片 18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23960" y="1167765"/>
            <a:ext cx="1118235" cy="1797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88" name="任意多边形 187"/>
          <p:cNvSpPr/>
          <p:nvPr/>
        </p:nvSpPr>
        <p:spPr>
          <a:xfrm>
            <a:off x="10077450" y="888365"/>
            <a:ext cx="1180465" cy="497205"/>
          </a:xfrm>
          <a:custGeom>
            <a:avLst/>
            <a:gdLst>
              <a:gd name="connisteX0" fmla="*/ 0 w 1180947"/>
              <a:gd name="connsiteY0" fmla="*/ 67129 h 497256"/>
              <a:gd name="connisteX1" fmla="*/ 64952 w 1180947"/>
              <a:gd name="connsiteY1" fmla="*/ 0 h 497256"/>
              <a:gd name="connisteX2" fmla="*/ 1115995 w 1180947"/>
              <a:gd name="connsiteY2" fmla="*/ 0 h 497256"/>
              <a:gd name="connisteX3" fmla="*/ 1180947 w 1180947"/>
              <a:gd name="connsiteY3" fmla="*/ 67129 h 497256"/>
              <a:gd name="connisteX4" fmla="*/ 1180947 w 1180947"/>
              <a:gd name="connsiteY4" fmla="*/ 430127 h 497256"/>
              <a:gd name="connisteX5" fmla="*/ 1115995 w 1180947"/>
              <a:gd name="connsiteY5" fmla="*/ 497256 h 497256"/>
              <a:gd name="connisteX6" fmla="*/ 64952 w 1180947"/>
              <a:gd name="connsiteY6" fmla="*/ 497256 h 497256"/>
              <a:gd name="connisteX7" fmla="*/ 0 w 1180947"/>
              <a:gd name="connsiteY7" fmla="*/ 430127 h 497256"/>
              <a:gd name="connisteX8" fmla="*/ 0 w 1180947"/>
              <a:gd name="connsiteY8" fmla="*/ 67129 h 49725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80947" h="497257">
                <a:moveTo>
                  <a:pt x="0" y="67130"/>
                </a:moveTo>
                <a:cubicBezTo>
                  <a:pt x="0" y="30055"/>
                  <a:pt x="29080" y="0"/>
                  <a:pt x="64952" y="0"/>
                </a:cubicBezTo>
                <a:lnTo>
                  <a:pt x="1115995" y="0"/>
                </a:lnTo>
                <a:cubicBezTo>
                  <a:pt x="1151867" y="0"/>
                  <a:pt x="1180947" y="30055"/>
                  <a:pt x="1180947" y="67130"/>
                </a:cubicBezTo>
                <a:lnTo>
                  <a:pt x="1180947" y="430127"/>
                </a:lnTo>
                <a:cubicBezTo>
                  <a:pt x="1180947" y="467202"/>
                  <a:pt x="1151867" y="497257"/>
                  <a:pt x="1115995" y="497257"/>
                </a:cubicBezTo>
                <a:lnTo>
                  <a:pt x="64952" y="497257"/>
                </a:lnTo>
                <a:cubicBezTo>
                  <a:pt x="29080" y="497257"/>
                  <a:pt x="0" y="467202"/>
                  <a:pt x="0" y="430127"/>
                </a:cubicBezTo>
                <a:lnTo>
                  <a:pt x="0" y="67130"/>
                </a:lnTo>
                <a:close/>
              </a:path>
            </a:pathLst>
          </a:custGeom>
          <a:solidFill>
            <a:srgbClr val="FFF6E6"/>
          </a:solidFill>
          <a:ln w="6906" cap="flat">
            <a:solidFill>
              <a:srgbClr val="D27C15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9" name="任意多边形 188"/>
          <p:cNvSpPr/>
          <p:nvPr/>
        </p:nvSpPr>
        <p:spPr>
          <a:xfrm>
            <a:off x="10114915" y="946785"/>
            <a:ext cx="1098550" cy="179705"/>
          </a:xfrm>
          <a:custGeom>
            <a:avLst/>
            <a:gdLst>
              <a:gd name="connisteX0" fmla="*/ 0 w 1098073"/>
              <a:gd name="connsiteY0" fmla="*/ 0 h 179564"/>
              <a:gd name="connisteX1" fmla="*/ 1098073 w 1098073"/>
              <a:gd name="connsiteY1" fmla="*/ 0 h 179564"/>
              <a:gd name="connisteX2" fmla="*/ 1098073 w 1098073"/>
              <a:gd name="connsiteY2" fmla="*/ 179564 h 179564"/>
              <a:gd name="connisteX3" fmla="*/ 0 w 1098073"/>
              <a:gd name="connsiteY3" fmla="*/ 179564 h 179564"/>
              <a:gd name="connisteX4" fmla="*/ 0 w 1098073"/>
              <a:gd name="connsiteY4" fmla="*/ 0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098074" h="179565">
                <a:moveTo>
                  <a:pt x="0" y="0"/>
                </a:moveTo>
                <a:lnTo>
                  <a:pt x="1098074" y="0"/>
                </a:lnTo>
                <a:lnTo>
                  <a:pt x="1098074" y="179565"/>
                </a:lnTo>
                <a:lnTo>
                  <a:pt x="0" y="17956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737" name="Text"/>
          <p:cNvSpPr txBox="1"/>
          <p:nvPr/>
        </p:nvSpPr>
        <p:spPr>
          <a:xfrm>
            <a:off x="10107930" y="931530"/>
            <a:ext cx="1111885" cy="18288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2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Diffusion step </a:t>
            </a:r>
            <a:r>
              <a:rPr lang="en-US" sz="12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92" name="任意多边形 191"/>
          <p:cNvSpPr/>
          <p:nvPr/>
        </p:nvSpPr>
        <p:spPr>
          <a:xfrm>
            <a:off x="10114915" y="1146810"/>
            <a:ext cx="276225" cy="165735"/>
          </a:xfrm>
          <a:custGeom>
            <a:avLst/>
            <a:gdLst>
              <a:gd name="connisteX0" fmla="*/ 0 w 276245"/>
              <a:gd name="connsiteY0" fmla="*/ 0 h 165752"/>
              <a:gd name="connisteX1" fmla="*/ 276245 w 276245"/>
              <a:gd name="connsiteY1" fmla="*/ 0 h 165752"/>
              <a:gd name="connisteX2" fmla="*/ 276245 w 276245"/>
              <a:gd name="connsiteY2" fmla="*/ 165752 h 165752"/>
              <a:gd name="connisteX3" fmla="*/ 0 w 276245"/>
              <a:gd name="connsiteY3" fmla="*/ 165752 h 165752"/>
              <a:gd name="connisteX4" fmla="*/ 0 w 276245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76245" h="165752">
                <a:moveTo>
                  <a:pt x="0" y="0"/>
                </a:moveTo>
                <a:lnTo>
                  <a:pt x="276245" y="0"/>
                </a:lnTo>
                <a:lnTo>
                  <a:pt x="276245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95" name="任意多边形 194"/>
          <p:cNvSpPr/>
          <p:nvPr/>
        </p:nvSpPr>
        <p:spPr>
          <a:xfrm>
            <a:off x="10370820" y="1174750"/>
            <a:ext cx="835660" cy="165735"/>
          </a:xfrm>
          <a:custGeom>
            <a:avLst/>
            <a:gdLst>
              <a:gd name="connisteX0" fmla="*/ 0 w 835641"/>
              <a:gd name="connsiteY0" fmla="*/ 0 h 165752"/>
              <a:gd name="connisteX1" fmla="*/ 835641 w 835641"/>
              <a:gd name="connsiteY1" fmla="*/ 0 h 165752"/>
              <a:gd name="connisteX2" fmla="*/ 835641 w 835641"/>
              <a:gd name="connsiteY2" fmla="*/ 165752 h 165752"/>
              <a:gd name="connisteX3" fmla="*/ 0 w 835641"/>
              <a:gd name="connsiteY3" fmla="*/ 165752 h 165752"/>
              <a:gd name="connisteX4" fmla="*/ 0 w 835641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35641" h="165752">
                <a:moveTo>
                  <a:pt x="0" y="0"/>
                </a:moveTo>
                <a:lnTo>
                  <a:pt x="835641" y="0"/>
                </a:lnTo>
                <a:lnTo>
                  <a:pt x="835641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98" name="任意多边形 197"/>
          <p:cNvSpPr/>
          <p:nvPr/>
        </p:nvSpPr>
        <p:spPr>
          <a:xfrm>
            <a:off x="9535160" y="1388745"/>
            <a:ext cx="0" cy="46990"/>
          </a:xfrm>
          <a:custGeom>
            <a:avLst/>
            <a:gdLst>
              <a:gd name="connisteX0" fmla="*/ 0 w 0"/>
              <a:gd name="connsiteY0" fmla="*/ 0 h 46686"/>
              <a:gd name="connisteX1" fmla="*/ 0 w 0"/>
              <a:gd name="connsiteY1" fmla="*/ 46686 h 4668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46687">
                <a:moveTo>
                  <a:pt x="0" y="0"/>
                </a:moveTo>
                <a:lnTo>
                  <a:pt x="0" y="46687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99" name="任意多边形 198"/>
          <p:cNvSpPr/>
          <p:nvPr/>
        </p:nvSpPr>
        <p:spPr>
          <a:xfrm>
            <a:off x="9507220" y="143573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1" name="任意多边形 200"/>
          <p:cNvSpPr/>
          <p:nvPr/>
        </p:nvSpPr>
        <p:spPr>
          <a:xfrm>
            <a:off x="10605770" y="1395730"/>
            <a:ext cx="0" cy="40005"/>
          </a:xfrm>
          <a:custGeom>
            <a:avLst/>
            <a:gdLst>
              <a:gd name="connisteX0" fmla="*/ 0 w 0"/>
              <a:gd name="connsiteY0" fmla="*/ 0 h 39780"/>
              <a:gd name="connisteX1" fmla="*/ 0 w 0"/>
              <a:gd name="connsiteY1" fmla="*/ 39780 h 397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39781">
                <a:moveTo>
                  <a:pt x="0" y="0"/>
                </a:moveTo>
                <a:lnTo>
                  <a:pt x="0" y="39781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2" name="任意多边形 201"/>
          <p:cNvSpPr/>
          <p:nvPr/>
        </p:nvSpPr>
        <p:spPr>
          <a:xfrm>
            <a:off x="10577830" y="143573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4" name="任意多边形 203"/>
          <p:cNvSpPr/>
          <p:nvPr/>
        </p:nvSpPr>
        <p:spPr>
          <a:xfrm>
            <a:off x="8816975" y="1527175"/>
            <a:ext cx="2437765" cy="1664335"/>
          </a:xfrm>
          <a:custGeom>
            <a:avLst/>
            <a:gdLst>
              <a:gd name="connisteX0" fmla="*/ 0 w 2437862"/>
              <a:gd name="connsiteY0" fmla="*/ 83221 h 1664429"/>
              <a:gd name="connisteX1" fmla="*/ 85325 w 2437862"/>
              <a:gd name="connsiteY1" fmla="*/ 0 h 1664429"/>
              <a:gd name="connisteX2" fmla="*/ 2352537 w 2437862"/>
              <a:gd name="connsiteY2" fmla="*/ 0 h 1664429"/>
              <a:gd name="connisteX3" fmla="*/ 2437862 w 2437862"/>
              <a:gd name="connsiteY3" fmla="*/ 83221 h 1664429"/>
              <a:gd name="connisteX4" fmla="*/ 2437862 w 2437862"/>
              <a:gd name="connsiteY4" fmla="*/ 1581207 h 1664429"/>
              <a:gd name="connisteX5" fmla="*/ 2352537 w 2437862"/>
              <a:gd name="connsiteY5" fmla="*/ 1664429 h 1664429"/>
              <a:gd name="connisteX6" fmla="*/ 85325 w 2437862"/>
              <a:gd name="connsiteY6" fmla="*/ 1664429 h 1664429"/>
              <a:gd name="connisteX7" fmla="*/ 0 w 2437862"/>
              <a:gd name="connsiteY7" fmla="*/ 1581207 h 1664429"/>
              <a:gd name="connisteX8" fmla="*/ 0 w 2437862"/>
              <a:gd name="connsiteY8" fmla="*/ 83221 h 16644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437862" h="1664429">
                <a:moveTo>
                  <a:pt x="0" y="83221"/>
                </a:moveTo>
                <a:cubicBezTo>
                  <a:pt x="0" y="37260"/>
                  <a:pt x="38201" y="0"/>
                  <a:pt x="85325" y="0"/>
                </a:cubicBezTo>
                <a:lnTo>
                  <a:pt x="2352537" y="0"/>
                </a:lnTo>
                <a:cubicBezTo>
                  <a:pt x="2399661" y="0"/>
                  <a:pt x="2437862" y="37260"/>
                  <a:pt x="2437862" y="83221"/>
                </a:cubicBezTo>
                <a:lnTo>
                  <a:pt x="2437862" y="1581208"/>
                </a:lnTo>
                <a:cubicBezTo>
                  <a:pt x="2437862" y="1627169"/>
                  <a:pt x="2399661" y="1664429"/>
                  <a:pt x="2352537" y="1664429"/>
                </a:cubicBezTo>
                <a:lnTo>
                  <a:pt x="85325" y="1664429"/>
                </a:lnTo>
                <a:cubicBezTo>
                  <a:pt x="38201" y="1664429"/>
                  <a:pt x="0" y="1627169"/>
                  <a:pt x="0" y="1581208"/>
                </a:cubicBezTo>
                <a:lnTo>
                  <a:pt x="0" y="83221"/>
                </a:lnTo>
                <a:close/>
              </a:path>
            </a:pathLst>
          </a:custGeom>
          <a:solidFill>
            <a:srgbClr val="FFFFFF"/>
          </a:solidFill>
          <a:ln w="10359" cap="flat">
            <a:solidFill>
              <a:srgbClr val="72768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5" name="任意多边形 204"/>
          <p:cNvSpPr/>
          <p:nvPr/>
        </p:nvSpPr>
        <p:spPr>
          <a:xfrm>
            <a:off x="8865235" y="1568450"/>
            <a:ext cx="2334260" cy="200025"/>
          </a:xfrm>
          <a:custGeom>
            <a:avLst/>
            <a:gdLst>
              <a:gd name="connisteX0" fmla="*/ 0 w 2334270"/>
              <a:gd name="connsiteY0" fmla="*/ 0 h 200283"/>
              <a:gd name="connisteX1" fmla="*/ 2334270 w 2334270"/>
              <a:gd name="connsiteY1" fmla="*/ 0 h 200283"/>
              <a:gd name="connisteX2" fmla="*/ 2334270 w 2334270"/>
              <a:gd name="connsiteY2" fmla="*/ 200283 h 200283"/>
              <a:gd name="connisteX3" fmla="*/ 0 w 2334270"/>
              <a:gd name="connsiteY3" fmla="*/ 200283 h 200283"/>
              <a:gd name="connisteX4" fmla="*/ 0 w 2334270"/>
              <a:gd name="connsiteY4" fmla="*/ 0 h 20028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334270" h="200284">
                <a:moveTo>
                  <a:pt x="0" y="0"/>
                </a:moveTo>
                <a:lnTo>
                  <a:pt x="2334270" y="0"/>
                </a:lnTo>
                <a:lnTo>
                  <a:pt x="2334270" y="200284"/>
                </a:lnTo>
                <a:lnTo>
                  <a:pt x="0" y="200284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06" name="图片 20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58250" y="1578610"/>
            <a:ext cx="2348230" cy="23304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17" name="任意多边形 216"/>
          <p:cNvSpPr/>
          <p:nvPr/>
        </p:nvSpPr>
        <p:spPr>
          <a:xfrm>
            <a:off x="9493885" y="1823720"/>
            <a:ext cx="1104900" cy="145415"/>
          </a:xfrm>
          <a:custGeom>
            <a:avLst/>
            <a:gdLst>
              <a:gd name="connisteX0" fmla="*/ 0 w 1104980"/>
              <a:gd name="connsiteY0" fmla="*/ 0 h 145033"/>
              <a:gd name="connisteX1" fmla="*/ 1104980 w 1104980"/>
              <a:gd name="connsiteY1" fmla="*/ 0 h 145033"/>
              <a:gd name="connisteX2" fmla="*/ 1104980 w 1104980"/>
              <a:gd name="connsiteY2" fmla="*/ 145033 h 145033"/>
              <a:gd name="connisteX3" fmla="*/ 0 w 1104980"/>
              <a:gd name="connsiteY3" fmla="*/ 145033 h 145033"/>
              <a:gd name="connisteX4" fmla="*/ 0 w 1104980"/>
              <a:gd name="connsiteY4" fmla="*/ 0 h 1450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104980" h="145033">
                <a:moveTo>
                  <a:pt x="0" y="0"/>
                </a:moveTo>
                <a:lnTo>
                  <a:pt x="1104980" y="0"/>
                </a:lnTo>
                <a:lnTo>
                  <a:pt x="1104980" y="145033"/>
                </a:lnTo>
                <a:lnTo>
                  <a:pt x="0" y="14503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258" name="任意多边形 257"/>
          <p:cNvSpPr/>
          <p:nvPr/>
        </p:nvSpPr>
        <p:spPr>
          <a:xfrm>
            <a:off x="8920480" y="2493645"/>
            <a:ext cx="427990" cy="186690"/>
          </a:xfrm>
          <a:custGeom>
            <a:avLst/>
            <a:gdLst>
              <a:gd name="connisteX0" fmla="*/ 0 w 428179"/>
              <a:gd name="connsiteY0" fmla="*/ 0 h 186471"/>
              <a:gd name="connisteX1" fmla="*/ 428179 w 428179"/>
              <a:gd name="connsiteY1" fmla="*/ 0 h 186471"/>
              <a:gd name="connisteX2" fmla="*/ 428179 w 428179"/>
              <a:gd name="connsiteY2" fmla="*/ 186471 h 186471"/>
              <a:gd name="connisteX3" fmla="*/ 0 w 428179"/>
              <a:gd name="connsiteY3" fmla="*/ 186471 h 186471"/>
              <a:gd name="connisteX4" fmla="*/ 0 w 428179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28180" h="186471">
                <a:moveTo>
                  <a:pt x="0" y="0"/>
                </a:moveTo>
                <a:lnTo>
                  <a:pt x="428180" y="0"/>
                </a:lnTo>
                <a:lnTo>
                  <a:pt x="428180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261" name="任意多边形 260"/>
          <p:cNvSpPr/>
          <p:nvPr/>
        </p:nvSpPr>
        <p:spPr>
          <a:xfrm>
            <a:off x="9838690" y="2493645"/>
            <a:ext cx="476885" cy="186690"/>
          </a:xfrm>
          <a:custGeom>
            <a:avLst/>
            <a:gdLst>
              <a:gd name="connisteX0" fmla="*/ 0 w 476522"/>
              <a:gd name="connsiteY0" fmla="*/ 0 h 186471"/>
              <a:gd name="connisteX1" fmla="*/ 476522 w 476522"/>
              <a:gd name="connsiteY1" fmla="*/ 0 h 186471"/>
              <a:gd name="connisteX2" fmla="*/ 476522 w 476522"/>
              <a:gd name="connsiteY2" fmla="*/ 186471 h 186471"/>
              <a:gd name="connisteX3" fmla="*/ 0 w 476522"/>
              <a:gd name="connsiteY3" fmla="*/ 186471 h 186471"/>
              <a:gd name="connisteX4" fmla="*/ 0 w 476522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76523" h="186471">
                <a:moveTo>
                  <a:pt x="0" y="0"/>
                </a:moveTo>
                <a:lnTo>
                  <a:pt x="476523" y="0"/>
                </a:lnTo>
                <a:lnTo>
                  <a:pt x="476523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264" name="任意多边形 263"/>
          <p:cNvSpPr/>
          <p:nvPr/>
        </p:nvSpPr>
        <p:spPr>
          <a:xfrm>
            <a:off x="10791825" y="2493645"/>
            <a:ext cx="448945" cy="186690"/>
          </a:xfrm>
          <a:custGeom>
            <a:avLst/>
            <a:gdLst>
              <a:gd name="connisteX0" fmla="*/ 0 w 448898"/>
              <a:gd name="connsiteY0" fmla="*/ 0 h 186471"/>
              <a:gd name="connisteX1" fmla="*/ 448898 w 448898"/>
              <a:gd name="connsiteY1" fmla="*/ 0 h 186471"/>
              <a:gd name="connisteX2" fmla="*/ 448898 w 448898"/>
              <a:gd name="connsiteY2" fmla="*/ 186471 h 186471"/>
              <a:gd name="connisteX3" fmla="*/ 0 w 448898"/>
              <a:gd name="connsiteY3" fmla="*/ 186471 h 186471"/>
              <a:gd name="connisteX4" fmla="*/ 0 w 448898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48898" h="186471">
                <a:moveTo>
                  <a:pt x="0" y="0"/>
                </a:moveTo>
                <a:lnTo>
                  <a:pt x="448898" y="0"/>
                </a:lnTo>
                <a:lnTo>
                  <a:pt x="448898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267" name="任意多边形 266"/>
          <p:cNvSpPr/>
          <p:nvPr/>
        </p:nvSpPr>
        <p:spPr>
          <a:xfrm>
            <a:off x="9358630" y="2718435"/>
            <a:ext cx="1388110" cy="179705"/>
          </a:xfrm>
          <a:custGeom>
            <a:avLst/>
            <a:gdLst>
              <a:gd name="connisteX0" fmla="*/ 0 w 1388131"/>
              <a:gd name="connsiteY0" fmla="*/ 47584 h 179564"/>
              <a:gd name="connisteX1" fmla="*/ 41643 w 1388131"/>
              <a:gd name="connsiteY1" fmla="*/ 0 h 179564"/>
              <a:gd name="connisteX2" fmla="*/ 1346487 w 1388131"/>
              <a:gd name="connsiteY2" fmla="*/ 0 h 179564"/>
              <a:gd name="connisteX3" fmla="*/ 1388131 w 1388131"/>
              <a:gd name="connsiteY3" fmla="*/ 47584 h 179564"/>
              <a:gd name="connisteX4" fmla="*/ 1388131 w 1388131"/>
              <a:gd name="connsiteY4" fmla="*/ 131980 h 179564"/>
              <a:gd name="connisteX5" fmla="*/ 1346487 w 1388131"/>
              <a:gd name="connsiteY5" fmla="*/ 179564 h 179564"/>
              <a:gd name="connisteX6" fmla="*/ 41643 w 1388131"/>
              <a:gd name="connsiteY6" fmla="*/ 179564 h 179564"/>
              <a:gd name="connisteX7" fmla="*/ 0 w 1388131"/>
              <a:gd name="connsiteY7" fmla="*/ 131980 h 179564"/>
              <a:gd name="connisteX8" fmla="*/ 0 w 1388131"/>
              <a:gd name="connsiteY8" fmla="*/ 47584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8131" h="179565">
                <a:moveTo>
                  <a:pt x="0" y="47585"/>
                </a:moveTo>
                <a:cubicBezTo>
                  <a:pt x="0" y="21304"/>
                  <a:pt x="18645" y="0"/>
                  <a:pt x="41644" y="0"/>
                </a:cubicBezTo>
                <a:lnTo>
                  <a:pt x="1346487" y="0"/>
                </a:lnTo>
                <a:cubicBezTo>
                  <a:pt x="1369487" y="0"/>
                  <a:pt x="1388131" y="21304"/>
                  <a:pt x="1388131" y="47585"/>
                </a:cubicBezTo>
                <a:lnTo>
                  <a:pt x="1388131" y="131980"/>
                </a:lnTo>
                <a:cubicBezTo>
                  <a:pt x="1388131" y="158261"/>
                  <a:pt x="1369487" y="179565"/>
                  <a:pt x="1346487" y="179565"/>
                </a:cubicBezTo>
                <a:lnTo>
                  <a:pt x="41644" y="179565"/>
                </a:lnTo>
                <a:cubicBezTo>
                  <a:pt x="18645" y="179565"/>
                  <a:pt x="0" y="158261"/>
                  <a:pt x="0" y="131980"/>
                </a:cubicBezTo>
                <a:lnTo>
                  <a:pt x="0" y="47585"/>
                </a:lnTo>
                <a:close/>
              </a:path>
            </a:pathLst>
          </a:custGeom>
          <a:solidFill>
            <a:srgbClr val="FFF0D7"/>
          </a:solidFill>
          <a:ln w="6906" cap="flat">
            <a:solidFill>
              <a:srgbClr val="F08A20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68" name="任意多边形 267"/>
          <p:cNvSpPr/>
          <p:nvPr/>
        </p:nvSpPr>
        <p:spPr>
          <a:xfrm>
            <a:off x="9376410" y="2728595"/>
            <a:ext cx="1346200" cy="151765"/>
          </a:xfrm>
          <a:custGeom>
            <a:avLst/>
            <a:gdLst>
              <a:gd name="connisteX0" fmla="*/ 0 w 1346694"/>
              <a:gd name="connsiteY0" fmla="*/ 0 h 151939"/>
              <a:gd name="connisteX1" fmla="*/ 1346694 w 1346694"/>
              <a:gd name="connsiteY1" fmla="*/ 0 h 151939"/>
              <a:gd name="connisteX2" fmla="*/ 1346694 w 1346694"/>
              <a:gd name="connsiteY2" fmla="*/ 151939 h 151939"/>
              <a:gd name="connisteX3" fmla="*/ 0 w 1346694"/>
              <a:gd name="connsiteY3" fmla="*/ 151939 h 151939"/>
              <a:gd name="connisteX4" fmla="*/ 0 w 1346694"/>
              <a:gd name="connsiteY4" fmla="*/ 0 h 1519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346694" h="151940">
                <a:moveTo>
                  <a:pt x="0" y="0"/>
                </a:moveTo>
                <a:lnTo>
                  <a:pt x="1346694" y="0"/>
                </a:lnTo>
                <a:lnTo>
                  <a:pt x="1346694" y="151940"/>
                </a:lnTo>
                <a:lnTo>
                  <a:pt x="0" y="15194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738" name="Text"/>
          <p:cNvSpPr txBox="1"/>
          <p:nvPr/>
        </p:nvSpPr>
        <p:spPr>
          <a:xfrm>
            <a:off x="9369425" y="2742565"/>
            <a:ext cx="1360170" cy="1587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2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FiLM(</a:t>
            </a:r>
            <a:r>
              <a:rPr lang="en-US" sz="12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en-US" sz="120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US" sz="12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lang="en-US" sz="12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271" name="任意多边形 270"/>
          <p:cNvSpPr/>
          <p:nvPr/>
        </p:nvSpPr>
        <p:spPr>
          <a:xfrm>
            <a:off x="941070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2" name="任意多边形 271"/>
          <p:cNvSpPr/>
          <p:nvPr/>
        </p:nvSpPr>
        <p:spPr>
          <a:xfrm>
            <a:off x="938403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4" name="任意多边形 273"/>
          <p:cNvSpPr/>
          <p:nvPr/>
        </p:nvSpPr>
        <p:spPr>
          <a:xfrm>
            <a:off x="9664065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5" name="任意多边形 274"/>
          <p:cNvSpPr/>
          <p:nvPr/>
        </p:nvSpPr>
        <p:spPr>
          <a:xfrm>
            <a:off x="9637395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7" name="任意多边形 276"/>
          <p:cNvSpPr/>
          <p:nvPr/>
        </p:nvSpPr>
        <p:spPr>
          <a:xfrm>
            <a:off x="1043559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8" name="任意多边形 277"/>
          <p:cNvSpPr/>
          <p:nvPr/>
        </p:nvSpPr>
        <p:spPr>
          <a:xfrm>
            <a:off x="1040892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0" name="任意多边形 279"/>
          <p:cNvSpPr/>
          <p:nvPr/>
        </p:nvSpPr>
        <p:spPr>
          <a:xfrm>
            <a:off x="1066800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1" name="任意多边形 280"/>
          <p:cNvSpPr/>
          <p:nvPr/>
        </p:nvSpPr>
        <p:spPr>
          <a:xfrm>
            <a:off x="1064133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3" name="任意多边形 282"/>
          <p:cNvSpPr/>
          <p:nvPr/>
        </p:nvSpPr>
        <p:spPr>
          <a:xfrm>
            <a:off x="8937625" y="2898140"/>
            <a:ext cx="262255" cy="82550"/>
          </a:xfrm>
          <a:custGeom>
            <a:avLst/>
            <a:gdLst>
              <a:gd name="connisteX0" fmla="*/ 0 w 262432"/>
              <a:gd name="connsiteY0" fmla="*/ 82876 h 82876"/>
              <a:gd name="connisteX1" fmla="*/ 82873 w 262432"/>
              <a:gd name="connsiteY1" fmla="*/ 0 h 82876"/>
              <a:gd name="connisteX2" fmla="*/ 262432 w 262432"/>
              <a:gd name="connsiteY2" fmla="*/ 0 h 82876"/>
              <a:gd name="connisteX3" fmla="*/ 179559 w 262432"/>
              <a:gd name="connsiteY3" fmla="*/ 82876 h 82876"/>
              <a:gd name="connisteX4" fmla="*/ 0 w 262432"/>
              <a:gd name="connsiteY4" fmla="*/ 82876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62433" h="82876">
                <a:moveTo>
                  <a:pt x="0" y="82876"/>
                </a:moveTo>
                <a:lnTo>
                  <a:pt x="82874" y="0"/>
                </a:lnTo>
                <a:lnTo>
                  <a:pt x="262433" y="0"/>
                </a:lnTo>
                <a:lnTo>
                  <a:pt x="179559" y="82876"/>
                </a:lnTo>
                <a:lnTo>
                  <a:pt x="0" y="82876"/>
                </a:lnTo>
                <a:close/>
              </a:path>
            </a:pathLst>
          </a:custGeom>
          <a:solidFill>
            <a:srgbClr val="C8DEFF"/>
          </a:solidFill>
          <a:ln w="5525" cap="flat">
            <a:solidFill>
              <a:srgbClr val="3871B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4" name="任意多边形 283"/>
          <p:cNvSpPr/>
          <p:nvPr/>
        </p:nvSpPr>
        <p:spPr>
          <a:xfrm>
            <a:off x="9117330" y="2898140"/>
            <a:ext cx="82550" cy="241300"/>
          </a:xfrm>
          <a:custGeom>
            <a:avLst/>
            <a:gdLst>
              <a:gd name="connisteX0" fmla="*/ 0 w 82873"/>
              <a:gd name="connsiteY0" fmla="*/ 82876 h 241722"/>
              <a:gd name="connisteX1" fmla="*/ 82873 w 82873"/>
              <a:gd name="connsiteY1" fmla="*/ 0 h 241722"/>
              <a:gd name="connisteX2" fmla="*/ 82873 w 82873"/>
              <a:gd name="connsiteY2" fmla="*/ 158845 h 241722"/>
              <a:gd name="connisteX3" fmla="*/ 0 w 82873"/>
              <a:gd name="connsiteY3" fmla="*/ 241722 h 241722"/>
              <a:gd name="connisteX4" fmla="*/ 0 w 82873"/>
              <a:gd name="connsiteY4" fmla="*/ 82876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2874" h="241722">
                <a:moveTo>
                  <a:pt x="0" y="82876"/>
                </a:moveTo>
                <a:lnTo>
                  <a:pt x="82874" y="0"/>
                </a:lnTo>
                <a:lnTo>
                  <a:pt x="82874" y="158846"/>
                </a:lnTo>
                <a:lnTo>
                  <a:pt x="0" y="241722"/>
                </a:lnTo>
                <a:lnTo>
                  <a:pt x="0" y="82876"/>
                </a:lnTo>
                <a:close/>
              </a:path>
            </a:pathLst>
          </a:custGeom>
          <a:solidFill>
            <a:srgbClr val="6595D5"/>
          </a:solidFill>
          <a:ln w="5525" cap="flat">
            <a:solidFill>
              <a:srgbClr val="3871B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5" name="任意多边形 284"/>
          <p:cNvSpPr/>
          <p:nvPr/>
        </p:nvSpPr>
        <p:spPr>
          <a:xfrm>
            <a:off x="8937625" y="2980690"/>
            <a:ext cx="179705" cy="158750"/>
          </a:xfrm>
          <a:custGeom>
            <a:avLst/>
            <a:gdLst>
              <a:gd name="connisteX0" fmla="*/ 0 w 179559"/>
              <a:gd name="connsiteY0" fmla="*/ 0 h 158845"/>
              <a:gd name="connisteX1" fmla="*/ 179559 w 179559"/>
              <a:gd name="connsiteY1" fmla="*/ 0 h 158845"/>
              <a:gd name="connisteX2" fmla="*/ 179559 w 179559"/>
              <a:gd name="connsiteY2" fmla="*/ 158845 h 158845"/>
              <a:gd name="connisteX3" fmla="*/ 0 w 179559"/>
              <a:gd name="connsiteY3" fmla="*/ 158845 h 158845"/>
              <a:gd name="connisteX4" fmla="*/ 0 w 179559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79559" h="158846">
                <a:moveTo>
                  <a:pt x="0" y="0"/>
                </a:moveTo>
                <a:lnTo>
                  <a:pt x="179559" y="0"/>
                </a:lnTo>
                <a:lnTo>
                  <a:pt x="179559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solidFill>
            <a:srgbClr val="8BB7F4"/>
          </a:solidFill>
          <a:ln w="5525" cap="flat">
            <a:solidFill>
              <a:srgbClr val="3871B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6" name="任意多边形 285"/>
          <p:cNvSpPr/>
          <p:nvPr/>
        </p:nvSpPr>
        <p:spPr>
          <a:xfrm>
            <a:off x="9168765" y="2963545"/>
            <a:ext cx="780415" cy="179705"/>
          </a:xfrm>
          <a:custGeom>
            <a:avLst/>
            <a:gdLst>
              <a:gd name="connisteX0" fmla="*/ 0 w 780392"/>
              <a:gd name="connsiteY0" fmla="*/ 0 h 179564"/>
              <a:gd name="connisteX1" fmla="*/ 780392 w 780392"/>
              <a:gd name="connsiteY1" fmla="*/ 0 h 179564"/>
              <a:gd name="connisteX2" fmla="*/ 780392 w 780392"/>
              <a:gd name="connsiteY2" fmla="*/ 179564 h 179564"/>
              <a:gd name="connisteX3" fmla="*/ 0 w 780392"/>
              <a:gd name="connsiteY3" fmla="*/ 179564 h 179564"/>
              <a:gd name="connisteX4" fmla="*/ 0 w 780392"/>
              <a:gd name="connsiteY4" fmla="*/ 0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80392" h="179565">
                <a:moveTo>
                  <a:pt x="0" y="0"/>
                </a:moveTo>
                <a:lnTo>
                  <a:pt x="780392" y="0"/>
                </a:lnTo>
                <a:lnTo>
                  <a:pt x="780392" y="179565"/>
                </a:lnTo>
                <a:lnTo>
                  <a:pt x="0" y="17956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739" name="Text"/>
          <p:cNvSpPr txBox="1"/>
          <p:nvPr/>
        </p:nvSpPr>
        <p:spPr>
          <a:xfrm>
            <a:off x="9197780" y="2983435"/>
            <a:ext cx="794385" cy="17040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0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Frozen backbone</a:t>
            </a:r>
          </a:p>
        </p:txBody>
      </p:sp>
      <p:sp>
        <p:nvSpPr>
          <p:cNvPr id="292" name="任意多边形 291"/>
          <p:cNvSpPr/>
          <p:nvPr/>
        </p:nvSpPr>
        <p:spPr>
          <a:xfrm>
            <a:off x="10391140" y="2970530"/>
            <a:ext cx="815340" cy="172720"/>
          </a:xfrm>
          <a:custGeom>
            <a:avLst/>
            <a:gdLst>
              <a:gd name="connisteX0" fmla="*/ 0 w 814922"/>
              <a:gd name="connsiteY0" fmla="*/ 0 h 172658"/>
              <a:gd name="connisteX1" fmla="*/ 814922 w 814922"/>
              <a:gd name="connsiteY1" fmla="*/ 0 h 172658"/>
              <a:gd name="connisteX2" fmla="*/ 814922 w 814922"/>
              <a:gd name="connsiteY2" fmla="*/ 172658 h 172658"/>
              <a:gd name="connisteX3" fmla="*/ 0 w 814922"/>
              <a:gd name="connsiteY3" fmla="*/ 172658 h 172658"/>
              <a:gd name="connisteX4" fmla="*/ 0 w 814922"/>
              <a:gd name="connsiteY4" fmla="*/ 0 h 17265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14923" h="172659">
                <a:moveTo>
                  <a:pt x="0" y="0"/>
                </a:moveTo>
                <a:lnTo>
                  <a:pt x="814923" y="0"/>
                </a:lnTo>
                <a:lnTo>
                  <a:pt x="814923" y="172659"/>
                </a:lnTo>
                <a:lnTo>
                  <a:pt x="0" y="172659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740" name="Text"/>
          <p:cNvSpPr txBox="1"/>
          <p:nvPr/>
        </p:nvSpPr>
        <p:spPr>
          <a:xfrm>
            <a:off x="10420155" y="2990420"/>
            <a:ext cx="829310" cy="17040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0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Trainable LoRA</a:t>
            </a:r>
          </a:p>
        </p:txBody>
      </p:sp>
      <p:sp>
        <p:nvSpPr>
          <p:cNvPr id="295" name="任意多边形 294"/>
          <p:cNvSpPr/>
          <p:nvPr/>
        </p:nvSpPr>
        <p:spPr>
          <a:xfrm>
            <a:off x="9493885" y="3198495"/>
            <a:ext cx="0" cy="74295"/>
          </a:xfrm>
          <a:custGeom>
            <a:avLst/>
            <a:gdLst>
              <a:gd name="connisteX0" fmla="*/ 0 w 0"/>
              <a:gd name="connsiteY0" fmla="*/ 0 h 74312"/>
              <a:gd name="connisteX1" fmla="*/ 0 w 0"/>
              <a:gd name="connsiteY1" fmla="*/ 74312 h 743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74312">
                <a:moveTo>
                  <a:pt x="0" y="0"/>
                </a:moveTo>
                <a:lnTo>
                  <a:pt x="0" y="74312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96" name="任意多边形 295"/>
          <p:cNvSpPr/>
          <p:nvPr/>
        </p:nvSpPr>
        <p:spPr>
          <a:xfrm>
            <a:off x="9465945" y="3272790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2" name="任意多边形 301"/>
          <p:cNvSpPr/>
          <p:nvPr/>
        </p:nvSpPr>
        <p:spPr>
          <a:xfrm>
            <a:off x="9179560" y="3355975"/>
            <a:ext cx="766445" cy="234950"/>
          </a:xfrm>
          <a:custGeom>
            <a:avLst/>
            <a:gdLst>
              <a:gd name="connisteX0" fmla="*/ 0 w 766579"/>
              <a:gd name="connsiteY0" fmla="*/ 48137 h 234815"/>
              <a:gd name="connisteX1" fmla="*/ 45994 w 766579"/>
              <a:gd name="connsiteY1" fmla="*/ 0 h 234815"/>
              <a:gd name="connisteX2" fmla="*/ 720585 w 766579"/>
              <a:gd name="connsiteY2" fmla="*/ 0 h 234815"/>
              <a:gd name="connisteX3" fmla="*/ 766579 w 766579"/>
              <a:gd name="connsiteY3" fmla="*/ 48137 h 234815"/>
              <a:gd name="connisteX4" fmla="*/ 766579 w 766579"/>
              <a:gd name="connsiteY4" fmla="*/ 186678 h 234815"/>
              <a:gd name="connisteX5" fmla="*/ 720585 w 766579"/>
              <a:gd name="connsiteY5" fmla="*/ 234815 h 234815"/>
              <a:gd name="connisteX6" fmla="*/ 45994 w 766579"/>
              <a:gd name="connsiteY6" fmla="*/ 234815 h 234815"/>
              <a:gd name="connisteX7" fmla="*/ 0 w 766579"/>
              <a:gd name="connsiteY7" fmla="*/ 186678 h 234815"/>
              <a:gd name="connisteX8" fmla="*/ 0 w 766579"/>
              <a:gd name="connsiteY8" fmla="*/ 48137 h 2348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766580" h="234816">
                <a:moveTo>
                  <a:pt x="0" y="48137"/>
                </a:moveTo>
                <a:cubicBezTo>
                  <a:pt x="0" y="21552"/>
                  <a:pt x="20593" y="0"/>
                  <a:pt x="45995" y="0"/>
                </a:cubicBezTo>
                <a:lnTo>
                  <a:pt x="720585" y="0"/>
                </a:lnTo>
                <a:cubicBezTo>
                  <a:pt x="745987" y="0"/>
                  <a:pt x="766580" y="21552"/>
                  <a:pt x="766580" y="48137"/>
                </a:cubicBezTo>
                <a:lnTo>
                  <a:pt x="766580" y="186678"/>
                </a:lnTo>
                <a:cubicBezTo>
                  <a:pt x="766580" y="213264"/>
                  <a:pt x="745987" y="234816"/>
                  <a:pt x="720585" y="234816"/>
                </a:cubicBezTo>
                <a:lnTo>
                  <a:pt x="45995" y="234816"/>
                </a:lnTo>
                <a:cubicBezTo>
                  <a:pt x="20593" y="234816"/>
                  <a:pt x="0" y="213264"/>
                  <a:pt x="0" y="186678"/>
                </a:cubicBezTo>
                <a:lnTo>
                  <a:pt x="0" y="48137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9" name="任意多边形 308"/>
          <p:cNvSpPr/>
          <p:nvPr/>
        </p:nvSpPr>
        <p:spPr>
          <a:xfrm flipV="1">
            <a:off x="9949180" y="3403600"/>
            <a:ext cx="154940" cy="78105"/>
          </a:xfrm>
          <a:custGeom>
            <a:avLst/>
            <a:gdLst>
              <a:gd name="connisteX0" fmla="*/ 0 w 81216"/>
              <a:gd name="connsiteY0" fmla="*/ 0 h 0"/>
              <a:gd name="connisteX1" fmla="*/ 81216 w 81216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81216">
                <a:moveTo>
                  <a:pt x="0" y="0"/>
                </a:moveTo>
                <a:lnTo>
                  <a:pt x="81216" y="0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0" name="任意多边形 309"/>
          <p:cNvSpPr/>
          <p:nvPr/>
        </p:nvSpPr>
        <p:spPr>
          <a:xfrm>
            <a:off x="10104120" y="3453765"/>
            <a:ext cx="55245" cy="55245"/>
          </a:xfrm>
          <a:custGeom>
            <a:avLst/>
            <a:gdLst>
              <a:gd name="connisteX0" fmla="*/ 55249 w 55249"/>
              <a:gd name="connsiteY0" fmla="*/ 27625 h 55250"/>
              <a:gd name="connisteX1" fmla="*/ 0 w 55249"/>
              <a:gd name="connsiteY1" fmla="*/ 55250 h 55250"/>
              <a:gd name="connisteX2" fmla="*/ 0 w 55249"/>
              <a:gd name="connsiteY2" fmla="*/ 0 h 55250"/>
              <a:gd name="connisteX3" fmla="*/ 55249 w 55249"/>
              <a:gd name="connsiteY3" fmla="*/ 27625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55249" y="27625"/>
                </a:moveTo>
                <a:lnTo>
                  <a:pt x="0" y="55251"/>
                </a:lnTo>
                <a:lnTo>
                  <a:pt x="0" y="0"/>
                </a:lnTo>
                <a:lnTo>
                  <a:pt x="55249" y="27625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2" name="任意多边形 311"/>
          <p:cNvSpPr/>
          <p:nvPr/>
        </p:nvSpPr>
        <p:spPr>
          <a:xfrm>
            <a:off x="10191115" y="3322320"/>
            <a:ext cx="918210" cy="241935"/>
          </a:xfrm>
          <a:custGeom>
            <a:avLst/>
            <a:gdLst>
              <a:gd name="connisteX0" fmla="*/ 0 w 918514"/>
              <a:gd name="connsiteY0" fmla="*/ 241722 h 241722"/>
              <a:gd name="connisteX1" fmla="*/ 55249 w 918514"/>
              <a:gd name="connsiteY1" fmla="*/ 179564 h 241722"/>
              <a:gd name="connisteX2" fmla="*/ 124310 w 918514"/>
              <a:gd name="connsiteY2" fmla="*/ 131220 h 241722"/>
              <a:gd name="connisteX3" fmla="*/ 207183 w 918514"/>
              <a:gd name="connsiteY3" fmla="*/ 96688 h 241722"/>
              <a:gd name="connisteX4" fmla="*/ 310775 w 918514"/>
              <a:gd name="connsiteY4" fmla="*/ 62157 h 241722"/>
              <a:gd name="connisteX5" fmla="*/ 414367 w 918514"/>
              <a:gd name="connsiteY5" fmla="*/ 34531 h 241722"/>
              <a:gd name="connisteX6" fmla="*/ 511053 w 918514"/>
              <a:gd name="connsiteY6" fmla="*/ 13812 h 241722"/>
              <a:gd name="connisteX7" fmla="*/ 614645 w 918514"/>
              <a:gd name="connsiteY7" fmla="*/ 0 h 241722"/>
              <a:gd name="connisteX8" fmla="*/ 718237 w 918514"/>
              <a:gd name="connsiteY8" fmla="*/ 0 h 241722"/>
              <a:gd name="connisteX9" fmla="*/ 808016 w 918514"/>
              <a:gd name="connsiteY9" fmla="*/ 20719 h 241722"/>
              <a:gd name="connisteX10" fmla="*/ 918514 w 918514"/>
              <a:gd name="connsiteY10" fmla="*/ 41438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918515" h="241722">
                <a:moveTo>
                  <a:pt x="0" y="241722"/>
                </a:moveTo>
                <a:lnTo>
                  <a:pt x="55249" y="179565"/>
                </a:lnTo>
                <a:lnTo>
                  <a:pt x="124310" y="131221"/>
                </a:lnTo>
                <a:lnTo>
                  <a:pt x="207184" y="96689"/>
                </a:lnTo>
                <a:lnTo>
                  <a:pt x="310776" y="62157"/>
                </a:lnTo>
                <a:lnTo>
                  <a:pt x="414368" y="34532"/>
                </a:lnTo>
                <a:lnTo>
                  <a:pt x="511053" y="13813"/>
                </a:lnTo>
                <a:lnTo>
                  <a:pt x="614645" y="0"/>
                </a:lnTo>
                <a:lnTo>
                  <a:pt x="718237" y="0"/>
                </a:lnTo>
                <a:lnTo>
                  <a:pt x="808017" y="20719"/>
                </a:lnTo>
                <a:lnTo>
                  <a:pt x="918515" y="41438"/>
                </a:lnTo>
              </a:path>
            </a:pathLst>
          </a:custGeom>
          <a:noFill/>
          <a:ln w="10359" cap="flat">
            <a:solidFill>
              <a:srgbClr val="157AE9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3" name="任意多边形 312"/>
          <p:cNvSpPr/>
          <p:nvPr/>
        </p:nvSpPr>
        <p:spPr>
          <a:xfrm>
            <a:off x="10170160" y="3543300"/>
            <a:ext cx="41910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4" name="任意多边形 313"/>
          <p:cNvSpPr/>
          <p:nvPr/>
        </p:nvSpPr>
        <p:spPr>
          <a:xfrm>
            <a:off x="10225405" y="3481705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5" name="任意多边形 314"/>
          <p:cNvSpPr/>
          <p:nvPr/>
        </p:nvSpPr>
        <p:spPr>
          <a:xfrm>
            <a:off x="10294620" y="3432810"/>
            <a:ext cx="41275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6" name="任意多边形 315"/>
          <p:cNvSpPr/>
          <p:nvPr/>
        </p:nvSpPr>
        <p:spPr>
          <a:xfrm>
            <a:off x="10377805" y="339852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7" name="任意多边形 316"/>
          <p:cNvSpPr/>
          <p:nvPr/>
        </p:nvSpPr>
        <p:spPr>
          <a:xfrm>
            <a:off x="10481310" y="336423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8" name="任意多边形 317"/>
          <p:cNvSpPr/>
          <p:nvPr/>
        </p:nvSpPr>
        <p:spPr>
          <a:xfrm>
            <a:off x="10584815" y="333629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9" name="任意多边形 318"/>
          <p:cNvSpPr/>
          <p:nvPr/>
        </p:nvSpPr>
        <p:spPr>
          <a:xfrm>
            <a:off x="10681335" y="331597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0" name="任意多边形 319"/>
          <p:cNvSpPr/>
          <p:nvPr/>
        </p:nvSpPr>
        <p:spPr>
          <a:xfrm>
            <a:off x="10784840" y="3302000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1" name="任意多边形 320"/>
          <p:cNvSpPr/>
          <p:nvPr/>
        </p:nvSpPr>
        <p:spPr>
          <a:xfrm>
            <a:off x="10888345" y="3302000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2" name="任意多边形 321"/>
          <p:cNvSpPr/>
          <p:nvPr/>
        </p:nvSpPr>
        <p:spPr>
          <a:xfrm>
            <a:off x="10978515" y="3322320"/>
            <a:ext cx="41275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3" name="任意多边形 322"/>
          <p:cNvSpPr/>
          <p:nvPr/>
        </p:nvSpPr>
        <p:spPr>
          <a:xfrm>
            <a:off x="11089005" y="3343275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4" name="任意多边形 323"/>
          <p:cNvSpPr/>
          <p:nvPr/>
        </p:nvSpPr>
        <p:spPr>
          <a:xfrm>
            <a:off x="10218420" y="3536950"/>
            <a:ext cx="967105" cy="151765"/>
          </a:xfrm>
          <a:custGeom>
            <a:avLst/>
            <a:gdLst>
              <a:gd name="connisteX0" fmla="*/ 0 w 966857"/>
              <a:gd name="connsiteY0" fmla="*/ 0 h 151939"/>
              <a:gd name="connisteX1" fmla="*/ 966857 w 966857"/>
              <a:gd name="connsiteY1" fmla="*/ 0 h 151939"/>
              <a:gd name="connisteX2" fmla="*/ 966857 w 966857"/>
              <a:gd name="connsiteY2" fmla="*/ 151939 h 151939"/>
              <a:gd name="connisteX3" fmla="*/ 0 w 966857"/>
              <a:gd name="connsiteY3" fmla="*/ 151939 h 151939"/>
              <a:gd name="connisteX4" fmla="*/ 0 w 966857"/>
              <a:gd name="connsiteY4" fmla="*/ 0 h 1519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66858" h="151940">
                <a:moveTo>
                  <a:pt x="0" y="0"/>
                </a:moveTo>
                <a:lnTo>
                  <a:pt x="966858" y="0"/>
                </a:lnTo>
                <a:lnTo>
                  <a:pt x="966858" y="151940"/>
                </a:lnTo>
                <a:lnTo>
                  <a:pt x="0" y="15194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742" name="Text"/>
          <p:cNvSpPr txBox="1"/>
          <p:nvPr/>
        </p:nvSpPr>
        <p:spPr>
          <a:xfrm>
            <a:off x="10068070" y="3539270"/>
            <a:ext cx="1268440" cy="17760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Trajectory </a:t>
            </a:r>
            <a:r>
              <a:rPr lang="en-US" sz="115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115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US" sz="1150" b="0" i="1" baseline="30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20" name="任意多边形 119"/>
          <p:cNvSpPr/>
          <p:nvPr/>
        </p:nvSpPr>
        <p:spPr>
          <a:xfrm>
            <a:off x="6805930" y="1167130"/>
            <a:ext cx="256540" cy="179705"/>
          </a:xfrm>
          <a:custGeom>
            <a:avLst/>
            <a:gdLst>
              <a:gd name="connisteX0" fmla="*/ 0 w 345306"/>
              <a:gd name="connsiteY0" fmla="*/ 48344 h 241722"/>
              <a:gd name="connisteX1" fmla="*/ 48342 w 345306"/>
              <a:gd name="connsiteY1" fmla="*/ 0 h 241722"/>
              <a:gd name="connisteX2" fmla="*/ 296963 w 345306"/>
              <a:gd name="connsiteY2" fmla="*/ 0 h 241722"/>
              <a:gd name="connisteX3" fmla="*/ 345306 w 345306"/>
              <a:gd name="connsiteY3" fmla="*/ 48344 h 241722"/>
              <a:gd name="connisteX4" fmla="*/ 345306 w 345306"/>
              <a:gd name="connsiteY4" fmla="*/ 193377 h 241722"/>
              <a:gd name="connisteX5" fmla="*/ 296963 w 345306"/>
              <a:gd name="connsiteY5" fmla="*/ 241722 h 241722"/>
              <a:gd name="connisteX6" fmla="*/ 48342 w 345306"/>
              <a:gd name="connsiteY6" fmla="*/ 241722 h 241722"/>
              <a:gd name="connisteX7" fmla="*/ 0 w 345306"/>
              <a:gd name="connsiteY7" fmla="*/ 193377 h 241722"/>
              <a:gd name="connisteX8" fmla="*/ 0 w 345306"/>
              <a:gd name="connsiteY8" fmla="*/ 48344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45306" h="241722">
                <a:moveTo>
                  <a:pt x="0" y="48344"/>
                </a:moveTo>
                <a:cubicBezTo>
                  <a:pt x="0" y="21645"/>
                  <a:pt x="21644" y="0"/>
                  <a:pt x="48343" y="0"/>
                </a:cubicBezTo>
                <a:lnTo>
                  <a:pt x="296963" y="0"/>
                </a:lnTo>
                <a:cubicBezTo>
                  <a:pt x="323662" y="0"/>
                  <a:pt x="345306" y="21645"/>
                  <a:pt x="345306" y="48344"/>
                </a:cubicBezTo>
                <a:lnTo>
                  <a:pt x="345306" y="193378"/>
                </a:lnTo>
                <a:cubicBezTo>
                  <a:pt x="345306" y="220078"/>
                  <a:pt x="323662" y="241722"/>
                  <a:pt x="296963" y="241722"/>
                </a:cubicBezTo>
                <a:lnTo>
                  <a:pt x="48343" y="241722"/>
                </a:lnTo>
                <a:cubicBezTo>
                  <a:pt x="21644" y="241722"/>
                  <a:pt x="0" y="220078"/>
                  <a:pt x="0" y="193378"/>
                </a:cubicBezTo>
                <a:lnTo>
                  <a:pt x="0" y="48344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en-US" altLang="zh-CN" sz="3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3" name="立方体 612"/>
          <p:cNvSpPr/>
          <p:nvPr/>
        </p:nvSpPr>
        <p:spPr>
          <a:xfrm>
            <a:off x="10193655" y="2945765"/>
            <a:ext cx="224790" cy="208280"/>
          </a:xfrm>
          <a:prstGeom prst="cube">
            <a:avLst>
              <a:gd name="adj" fmla="val 36630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6" name="立方体 625"/>
          <p:cNvSpPr/>
          <p:nvPr/>
        </p:nvSpPr>
        <p:spPr>
          <a:xfrm>
            <a:off x="8839835" y="1757680"/>
            <a:ext cx="196850" cy="772795"/>
          </a:xfrm>
          <a:prstGeom prst="cube">
            <a:avLst>
              <a:gd name="adj" fmla="val 39677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4" name="立方体 623"/>
          <p:cNvSpPr/>
          <p:nvPr/>
        </p:nvSpPr>
        <p:spPr>
          <a:xfrm>
            <a:off x="8989060" y="1959610"/>
            <a:ext cx="234315" cy="57086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6" name="立方体 635"/>
          <p:cNvSpPr/>
          <p:nvPr/>
        </p:nvSpPr>
        <p:spPr>
          <a:xfrm>
            <a:off x="9146540" y="2033270"/>
            <a:ext cx="150495" cy="49784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0" name="立方体 619"/>
          <p:cNvSpPr/>
          <p:nvPr/>
        </p:nvSpPr>
        <p:spPr>
          <a:xfrm>
            <a:off x="9217025" y="2082800"/>
            <a:ext cx="234315" cy="44767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1" name="立方体 620"/>
          <p:cNvSpPr/>
          <p:nvPr/>
        </p:nvSpPr>
        <p:spPr>
          <a:xfrm>
            <a:off x="9378315" y="2185670"/>
            <a:ext cx="150495" cy="34480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7" name="立方体 616"/>
          <p:cNvSpPr/>
          <p:nvPr/>
        </p:nvSpPr>
        <p:spPr>
          <a:xfrm>
            <a:off x="9463405" y="2205990"/>
            <a:ext cx="207010" cy="324485"/>
          </a:xfrm>
          <a:prstGeom prst="cube">
            <a:avLst>
              <a:gd name="adj" fmla="val 45398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" name="立方体 613"/>
          <p:cNvSpPr/>
          <p:nvPr/>
        </p:nvSpPr>
        <p:spPr>
          <a:xfrm>
            <a:off x="9608185" y="2310130"/>
            <a:ext cx="102870" cy="22034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8" name="立方体 617"/>
          <p:cNvSpPr/>
          <p:nvPr/>
        </p:nvSpPr>
        <p:spPr>
          <a:xfrm>
            <a:off x="9670415" y="2379345"/>
            <a:ext cx="76200" cy="15113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2" name="立方体 641"/>
          <p:cNvSpPr/>
          <p:nvPr/>
        </p:nvSpPr>
        <p:spPr>
          <a:xfrm flipH="1">
            <a:off x="11035665" y="1757680"/>
            <a:ext cx="196850" cy="772795"/>
          </a:xfrm>
          <a:prstGeom prst="cube">
            <a:avLst>
              <a:gd name="adj" fmla="val 39677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3" name="立方体 642"/>
          <p:cNvSpPr/>
          <p:nvPr/>
        </p:nvSpPr>
        <p:spPr>
          <a:xfrm flipH="1">
            <a:off x="10848975" y="1959610"/>
            <a:ext cx="234315" cy="57086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4" name="立方体 643"/>
          <p:cNvSpPr/>
          <p:nvPr/>
        </p:nvSpPr>
        <p:spPr>
          <a:xfrm flipH="1">
            <a:off x="10775315" y="2033270"/>
            <a:ext cx="150495" cy="49784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5" name="立方体 644"/>
          <p:cNvSpPr/>
          <p:nvPr/>
        </p:nvSpPr>
        <p:spPr>
          <a:xfrm flipH="1">
            <a:off x="10621010" y="2082800"/>
            <a:ext cx="234315" cy="44767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6" name="立方体 645"/>
          <p:cNvSpPr/>
          <p:nvPr/>
        </p:nvSpPr>
        <p:spPr>
          <a:xfrm flipH="1">
            <a:off x="10543540" y="2185670"/>
            <a:ext cx="150495" cy="34480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7" name="立方体 646"/>
          <p:cNvSpPr/>
          <p:nvPr/>
        </p:nvSpPr>
        <p:spPr>
          <a:xfrm flipH="1">
            <a:off x="10401935" y="2205990"/>
            <a:ext cx="207010" cy="324485"/>
          </a:xfrm>
          <a:prstGeom prst="cube">
            <a:avLst>
              <a:gd name="adj" fmla="val 45398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8" name="立方体 647"/>
          <p:cNvSpPr/>
          <p:nvPr/>
        </p:nvSpPr>
        <p:spPr>
          <a:xfrm flipH="1">
            <a:off x="10361295" y="2310130"/>
            <a:ext cx="102870" cy="22034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9" name="立方体 648"/>
          <p:cNvSpPr/>
          <p:nvPr/>
        </p:nvSpPr>
        <p:spPr>
          <a:xfrm flipH="1">
            <a:off x="10325735" y="2379345"/>
            <a:ext cx="76200" cy="15113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2" name="梯形 651"/>
          <p:cNvSpPr/>
          <p:nvPr/>
        </p:nvSpPr>
        <p:spPr>
          <a:xfrm>
            <a:off x="9735185" y="2400935"/>
            <a:ext cx="616585" cy="55880"/>
          </a:xfrm>
          <a:prstGeom prst="trapezoid">
            <a:avLst>
              <a:gd name="adj" fmla="val 78151"/>
            </a:avLst>
          </a:prstGeom>
          <a:solidFill>
            <a:srgbClr val="C8DEFF"/>
          </a:solidFill>
          <a:ln w="5588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4" name="矩形 653"/>
          <p:cNvSpPr/>
          <p:nvPr/>
        </p:nvSpPr>
        <p:spPr>
          <a:xfrm>
            <a:off x="9735185" y="2456815"/>
            <a:ext cx="617220" cy="74295"/>
          </a:xfrm>
          <a:prstGeom prst="rect">
            <a:avLst/>
          </a:prstGeom>
          <a:solidFill>
            <a:srgbClr val="A1C4F5"/>
          </a:solidFill>
          <a:ln w="5588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0" name="曲线连接符 659"/>
          <p:cNvSpPr/>
          <p:nvPr/>
        </p:nvSpPr>
        <p:spPr>
          <a:xfrm>
            <a:off x="9381807" y="1941195"/>
            <a:ext cx="1311910" cy="143192"/>
          </a:xfrm>
          <a:custGeom>
            <a:avLst/>
            <a:gdLst/>
            <a:ahLst/>
            <a:cxnLst/>
            <a:rect l="0" t="0" r="r" b="b"/>
            <a:pathLst>
              <a:path w="1311910" h="143192" fill="none">
                <a:moveTo>
                  <a:pt x="0" y="140017"/>
                </a:moveTo>
                <a:cubicBezTo>
                  <a:pt x="0" y="70008"/>
                  <a:pt x="327977" y="0"/>
                  <a:pt x="655955" y="0"/>
                </a:cubicBezTo>
                <a:cubicBezTo>
                  <a:pt x="983932" y="0"/>
                  <a:pt x="1311910" y="71596"/>
                  <a:pt x="1311910" y="143192"/>
                </a:cubicBezTo>
              </a:path>
            </a:pathLst>
          </a:custGeom>
          <a:ln w="12700" cmpd="sng">
            <a:solidFill>
              <a:schemeClr val="bg1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62" name="任意多边形 661"/>
          <p:cNvSpPr/>
          <p:nvPr/>
        </p:nvSpPr>
        <p:spPr>
          <a:xfrm>
            <a:off x="9599930" y="2075180"/>
            <a:ext cx="904240" cy="153035"/>
          </a:xfrm>
          <a:custGeom>
            <a:avLst/>
            <a:gdLst>
              <a:gd name="connisteX0" fmla="*/ 0 w 904244"/>
              <a:gd name="connsiteY0" fmla="*/ 144780 h 153264"/>
              <a:gd name="connisteX1" fmla="*/ 144780 w 904244"/>
              <a:gd name="connsiteY1" fmla="*/ 19050 h 153264"/>
              <a:gd name="connisteX2" fmla="*/ 750570 w 904244"/>
              <a:gd name="connsiteY2" fmla="*/ 19050 h 153264"/>
              <a:gd name="connisteX3" fmla="*/ 891540 w 904244"/>
              <a:gd name="connsiteY3" fmla="*/ 144780 h 153264"/>
              <a:gd name="connisteX4" fmla="*/ 891540 w 904244"/>
              <a:gd name="connsiteY4" fmla="*/ 144780 h 153264"/>
              <a:gd name="connisteX5" fmla="*/ 883920 w 904244"/>
              <a:gd name="connsiteY5" fmla="*/ 224790 h 1532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904245" h="153264">
                <a:moveTo>
                  <a:pt x="0" y="144780"/>
                </a:moveTo>
                <a:cubicBezTo>
                  <a:pt x="17145" y="119380"/>
                  <a:pt x="-5080" y="44450"/>
                  <a:pt x="144780" y="19050"/>
                </a:cubicBezTo>
                <a:cubicBezTo>
                  <a:pt x="294640" y="-6350"/>
                  <a:pt x="601345" y="-6350"/>
                  <a:pt x="750570" y="19050"/>
                </a:cubicBezTo>
                <a:cubicBezTo>
                  <a:pt x="899795" y="44450"/>
                  <a:pt x="863600" y="119380"/>
                  <a:pt x="891540" y="144780"/>
                </a:cubicBezTo>
                <a:cubicBezTo>
                  <a:pt x="919480" y="170180"/>
                  <a:pt x="892810" y="128905"/>
                  <a:pt x="891540" y="14478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prstDash val="dash"/>
            <a:round/>
            <a:headEnd type="triangle" w="sm" len="med"/>
            <a:tailEnd type="triangle" w="sm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8" name="直接箭头连接符 667"/>
          <p:cNvSpPr/>
          <p:nvPr/>
        </p:nvSpPr>
        <p:spPr>
          <a:xfrm>
            <a:off x="7158990" y="2870835"/>
            <a:ext cx="214630" cy="2540"/>
          </a:xfrm>
          <a:custGeom>
            <a:avLst/>
            <a:gdLst/>
            <a:ahLst/>
            <a:cxnLst/>
            <a:rect l="0" t="0" r="r" b="b"/>
            <a:pathLst>
              <a:path w="214630" h="2540" fill="none">
                <a:moveTo>
                  <a:pt x="0" y="0"/>
                </a:moveTo>
                <a:lnTo>
                  <a:pt x="214630" y="2540"/>
                </a:lnTo>
              </a:path>
            </a:pathLst>
          </a:cu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28" name="Text"/>
          <p:cNvSpPr txBox="1"/>
          <p:nvPr/>
        </p:nvSpPr>
        <p:spPr>
          <a:xfrm>
            <a:off x="6614795" y="903605"/>
            <a:ext cx="828040" cy="22987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State history</a:t>
            </a:r>
          </a:p>
        </p:txBody>
      </p:sp>
      <p:sp>
        <p:nvSpPr>
          <p:cNvPr id="679" name="椭圆 678"/>
          <p:cNvSpPr/>
          <p:nvPr/>
        </p:nvSpPr>
        <p:spPr>
          <a:xfrm>
            <a:off x="10212070" y="1125855"/>
            <a:ext cx="224790" cy="224790"/>
          </a:xfrm>
          <a:prstGeom prst="ellipse">
            <a:avLst/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29" name="Text"/>
          <p:cNvSpPr txBox="1"/>
          <p:nvPr/>
        </p:nvSpPr>
        <p:spPr>
          <a:xfrm>
            <a:off x="6579235" y="2317750"/>
            <a:ext cx="828040" cy="3683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Point-cloud</a:t>
            </a:r>
          </a:p>
          <a:p>
            <a:pPr algn="l"/>
            <a:r>
              <a:rPr lang="en-US" sz="11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history</a:t>
            </a:r>
          </a:p>
        </p:txBody>
      </p:sp>
      <p:sp>
        <p:nvSpPr>
          <p:cNvPr id="678" name="任意多边形 677"/>
          <p:cNvSpPr/>
          <p:nvPr/>
        </p:nvSpPr>
        <p:spPr>
          <a:xfrm>
            <a:off x="8305800" y="1803400"/>
            <a:ext cx="434340" cy="759460"/>
          </a:xfrm>
          <a:custGeom>
            <a:avLst/>
            <a:gdLst>
              <a:gd name="connisteX0" fmla="*/ 0 w 138122"/>
              <a:gd name="connsiteY0" fmla="*/ 60775 h 759697"/>
              <a:gd name="connisteX1" fmla="*/ 62155 w 138122"/>
              <a:gd name="connsiteY1" fmla="*/ 0 h 759697"/>
              <a:gd name="connisteX2" fmla="*/ 75967 w 138122"/>
              <a:gd name="connsiteY2" fmla="*/ 0 h 759697"/>
              <a:gd name="connisteX3" fmla="*/ 138122 w 138122"/>
              <a:gd name="connsiteY3" fmla="*/ 60775 h 759697"/>
              <a:gd name="connisteX4" fmla="*/ 138122 w 138122"/>
              <a:gd name="connsiteY4" fmla="*/ 698922 h 759697"/>
              <a:gd name="connisteX5" fmla="*/ 75967 w 138122"/>
              <a:gd name="connsiteY5" fmla="*/ 759697 h 759697"/>
              <a:gd name="connisteX6" fmla="*/ 62155 w 138122"/>
              <a:gd name="connsiteY6" fmla="*/ 759697 h 759697"/>
              <a:gd name="connisteX7" fmla="*/ 0 w 138122"/>
              <a:gd name="connsiteY7" fmla="*/ 698922 h 759697"/>
              <a:gd name="connisteX8" fmla="*/ 0 w 138122"/>
              <a:gd name="connsiteY8" fmla="*/ 60775 h 759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123" h="759698">
                <a:moveTo>
                  <a:pt x="0" y="60776"/>
                </a:moveTo>
                <a:cubicBezTo>
                  <a:pt x="0" y="27210"/>
                  <a:pt x="27828" y="0"/>
                  <a:pt x="62155" y="0"/>
                </a:cubicBezTo>
                <a:lnTo>
                  <a:pt x="75967" y="0"/>
                </a:lnTo>
                <a:cubicBezTo>
                  <a:pt x="110295" y="0"/>
                  <a:pt x="138123" y="27210"/>
                  <a:pt x="138123" y="60776"/>
                </a:cubicBezTo>
                <a:lnTo>
                  <a:pt x="138123" y="698922"/>
                </a:lnTo>
                <a:cubicBezTo>
                  <a:pt x="138123" y="732488"/>
                  <a:pt x="110295" y="759698"/>
                  <a:pt x="75967" y="759698"/>
                </a:cubicBezTo>
                <a:lnTo>
                  <a:pt x="62155" y="759698"/>
                </a:lnTo>
                <a:cubicBezTo>
                  <a:pt x="27828" y="759698"/>
                  <a:pt x="0" y="732488"/>
                  <a:pt x="0" y="698922"/>
                </a:cubicBezTo>
                <a:lnTo>
                  <a:pt x="0" y="60776"/>
                </a:lnTo>
                <a:close/>
              </a:path>
            </a:pathLst>
          </a:custGeom>
          <a:solidFill>
            <a:srgbClr val="DBED9E"/>
          </a:solidFill>
          <a:ln w="6906" cap="flat">
            <a:solidFill>
              <a:srgbClr val="9DAF32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735" name="Text"/>
          <p:cNvSpPr txBox="1"/>
          <p:nvPr/>
        </p:nvSpPr>
        <p:spPr>
          <a:xfrm>
            <a:off x="8246110" y="1950720"/>
            <a:ext cx="621665" cy="44513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600" b="1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en-US" sz="160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80" name="曲线连接符 679"/>
          <p:cNvSpPr/>
          <p:nvPr/>
        </p:nvSpPr>
        <p:spPr>
          <a:xfrm>
            <a:off x="9153842" y="1775460"/>
            <a:ext cx="1767840" cy="185737"/>
          </a:xfrm>
          <a:custGeom>
            <a:avLst/>
            <a:gdLst/>
            <a:ahLst/>
            <a:cxnLst/>
            <a:rect l="0" t="0" r="r" b="b"/>
            <a:pathLst>
              <a:path w="1767840" h="185737" fill="none">
                <a:moveTo>
                  <a:pt x="0" y="182562"/>
                </a:moveTo>
                <a:cubicBezTo>
                  <a:pt x="0" y="91281"/>
                  <a:pt x="441960" y="0"/>
                  <a:pt x="883920" y="0"/>
                </a:cubicBezTo>
                <a:cubicBezTo>
                  <a:pt x="1325880" y="0"/>
                  <a:pt x="1767840" y="92868"/>
                  <a:pt x="1767840" y="185737"/>
                </a:cubicBezTo>
              </a:path>
            </a:pathLst>
          </a:custGeom>
          <a:ln w="12700" cmpd="sng">
            <a:solidFill>
              <a:schemeClr val="bg1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30" name="Text"/>
          <p:cNvSpPr txBox="1"/>
          <p:nvPr/>
        </p:nvSpPr>
        <p:spPr>
          <a:xfrm>
            <a:off x="6729730" y="1148715"/>
            <a:ext cx="418465" cy="21399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0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z="100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τ−2</a:t>
            </a:r>
          </a:p>
        </p:txBody>
      </p:sp>
      <p:sp>
        <p:nvSpPr>
          <p:cNvPr id="731" name="Text"/>
          <p:cNvSpPr txBox="1"/>
          <p:nvPr/>
        </p:nvSpPr>
        <p:spPr>
          <a:xfrm>
            <a:off x="6729730" y="1400175"/>
            <a:ext cx="418465" cy="21399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0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z="100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τ−1</a:t>
            </a:r>
          </a:p>
        </p:txBody>
      </p:sp>
      <p:sp>
        <p:nvSpPr>
          <p:cNvPr id="732" name="Text"/>
          <p:cNvSpPr txBox="1"/>
          <p:nvPr/>
        </p:nvSpPr>
        <p:spPr>
          <a:xfrm>
            <a:off x="6769735" y="1659890"/>
            <a:ext cx="418465" cy="21399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0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z="100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τ</a:t>
            </a:r>
          </a:p>
        </p:txBody>
      </p:sp>
      <p:sp>
        <p:nvSpPr>
          <p:cNvPr id="688" name="肘形连接符 687"/>
          <p:cNvSpPr/>
          <p:nvPr/>
        </p:nvSpPr>
        <p:spPr>
          <a:xfrm>
            <a:off x="7059295" y="1256030"/>
            <a:ext cx="164465" cy="251460"/>
          </a:xfrm>
          <a:custGeom>
            <a:avLst/>
            <a:gdLst/>
            <a:ahLst/>
            <a:cxnLst/>
            <a:rect l="0" t="0" r="r" b="b"/>
            <a:pathLst>
              <a:path w="164465" h="251460" fill="none">
                <a:moveTo>
                  <a:pt x="0" y="0"/>
                </a:moveTo>
                <a:lnTo>
                  <a:pt x="164465" y="0"/>
                </a:lnTo>
                <a:lnTo>
                  <a:pt x="164465" y="251460"/>
                </a:lnTo>
                <a:lnTo>
                  <a:pt x="3175" y="251460"/>
                </a:lnTo>
              </a:path>
            </a:pathLst>
          </a:custGeom>
          <a:ln w="158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89" name="肘形连接符 688"/>
          <p:cNvSpPr/>
          <p:nvPr/>
        </p:nvSpPr>
        <p:spPr>
          <a:xfrm>
            <a:off x="7059295" y="1507490"/>
            <a:ext cx="164465" cy="251460"/>
          </a:xfrm>
          <a:custGeom>
            <a:avLst/>
            <a:gdLst/>
            <a:ahLst/>
            <a:cxnLst/>
            <a:rect l="0" t="0" r="r" b="b"/>
            <a:pathLst>
              <a:path w="164465" h="251460" fill="none">
                <a:moveTo>
                  <a:pt x="0" y="0"/>
                </a:moveTo>
                <a:lnTo>
                  <a:pt x="164465" y="0"/>
                </a:lnTo>
                <a:lnTo>
                  <a:pt x="164465" y="251460"/>
                </a:lnTo>
                <a:lnTo>
                  <a:pt x="3175" y="251460"/>
                </a:lnTo>
              </a:path>
            </a:pathLst>
          </a:custGeom>
          <a:ln w="158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91" name="直接箭头连接符 690"/>
          <p:cNvSpPr/>
          <p:nvPr/>
        </p:nvSpPr>
        <p:spPr>
          <a:xfrm>
            <a:off x="7068820" y="1504315"/>
            <a:ext cx="285750" cy="1"/>
          </a:xfrm>
          <a:custGeom>
            <a:avLst/>
            <a:gdLst/>
            <a:ahLst/>
            <a:cxnLst/>
            <a:rect l="0" t="0" r="r" b="b"/>
            <a:pathLst>
              <a:path w="285750" h="1" fill="none">
                <a:moveTo>
                  <a:pt x="0" y="0"/>
                </a:moveTo>
                <a:lnTo>
                  <a:pt x="285750" y="0"/>
                </a:lnTo>
              </a:path>
            </a:pathLst>
          </a:custGeom>
          <a:ln w="15875">
            <a:tailEnd type="triangle" w="sm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41" name="Text"/>
          <p:cNvSpPr txBox="1"/>
          <p:nvPr/>
        </p:nvSpPr>
        <p:spPr>
          <a:xfrm>
            <a:off x="9106535" y="3364230"/>
            <a:ext cx="938530" cy="22161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DDIM × 10</a:t>
            </a:r>
          </a:p>
        </p:txBody>
      </p:sp>
      <p:sp>
        <p:nvSpPr>
          <p:cNvPr id="702" name="肘形连接符 701"/>
          <p:cNvSpPr/>
          <p:nvPr/>
        </p:nvSpPr>
        <p:spPr>
          <a:xfrm>
            <a:off x="11330305" y="3398520"/>
            <a:ext cx="217804" cy="1236980"/>
          </a:xfrm>
          <a:custGeom>
            <a:avLst/>
            <a:gdLst/>
            <a:ahLst/>
            <a:cxnLst/>
            <a:rect l="0" t="0" r="r" b="b"/>
            <a:pathLst>
              <a:path w="217804" h="1236980" fill="none">
                <a:moveTo>
                  <a:pt x="0" y="0"/>
                </a:moveTo>
                <a:lnTo>
                  <a:pt x="0" y="6345"/>
                </a:lnTo>
                <a:lnTo>
                  <a:pt x="217804" y="6345"/>
                </a:lnTo>
                <a:lnTo>
                  <a:pt x="217804" y="1236980"/>
                </a:lnTo>
                <a:lnTo>
                  <a:pt x="13970" y="1236980"/>
                </a:lnTo>
              </a:path>
            </a:pathLst>
          </a:cu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grpSp>
        <p:nvGrpSpPr>
          <p:cNvPr id="715" name="组合 714"/>
          <p:cNvGrpSpPr/>
          <p:nvPr/>
        </p:nvGrpSpPr>
        <p:grpSpPr>
          <a:xfrm>
            <a:off x="447040" y="504825"/>
            <a:ext cx="3418840" cy="3376930"/>
            <a:chOff x="866" y="795"/>
            <a:chExt cx="5384" cy="5318"/>
          </a:xfrm>
        </p:grpSpPr>
        <p:sp>
          <p:nvSpPr>
            <p:cNvPr id="11" name="任意多边形 10"/>
            <p:cNvSpPr/>
            <p:nvPr/>
          </p:nvSpPr>
          <p:spPr>
            <a:xfrm>
              <a:off x="866" y="795"/>
              <a:ext cx="5384" cy="5318"/>
            </a:xfrm>
            <a:custGeom>
              <a:avLst/>
              <a:gdLst>
                <a:gd name="connisteX0" fmla="*/ 0 w 3418532"/>
                <a:gd name="connsiteY0" fmla="*/ 168860 h 3377202"/>
                <a:gd name="connisteX1" fmla="*/ 170926 w 3418532"/>
                <a:gd name="connsiteY1" fmla="*/ 0 h 3377202"/>
                <a:gd name="connisteX2" fmla="*/ 3247605 w 3418532"/>
                <a:gd name="connsiteY2" fmla="*/ 0 h 3377202"/>
                <a:gd name="connisteX3" fmla="*/ 3418532 w 3418532"/>
                <a:gd name="connsiteY3" fmla="*/ 168860 h 3377202"/>
                <a:gd name="connisteX4" fmla="*/ 3418532 w 3418532"/>
                <a:gd name="connsiteY4" fmla="*/ 3208342 h 3377202"/>
                <a:gd name="connisteX5" fmla="*/ 3247605 w 3418532"/>
                <a:gd name="connsiteY5" fmla="*/ 3377202 h 3377202"/>
                <a:gd name="connisteX6" fmla="*/ 170926 w 3418532"/>
                <a:gd name="connsiteY6" fmla="*/ 3377202 h 3377202"/>
                <a:gd name="connisteX7" fmla="*/ 0 w 3418532"/>
                <a:gd name="connsiteY7" fmla="*/ 3208342 h 3377202"/>
                <a:gd name="connisteX8" fmla="*/ 0 w 3418532"/>
                <a:gd name="connsiteY8" fmla="*/ 168860 h 337720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418532" h="3377202">
                  <a:moveTo>
                    <a:pt x="0" y="168860"/>
                  </a:moveTo>
                  <a:cubicBezTo>
                    <a:pt x="0" y="75601"/>
                    <a:pt x="76526" y="0"/>
                    <a:pt x="170927" y="0"/>
                  </a:cubicBezTo>
                  <a:lnTo>
                    <a:pt x="3247606" y="0"/>
                  </a:lnTo>
                  <a:cubicBezTo>
                    <a:pt x="3342006" y="0"/>
                    <a:pt x="3418532" y="75601"/>
                    <a:pt x="3418532" y="168860"/>
                  </a:cubicBezTo>
                  <a:lnTo>
                    <a:pt x="3418532" y="3208342"/>
                  </a:lnTo>
                  <a:cubicBezTo>
                    <a:pt x="3418532" y="3301601"/>
                    <a:pt x="3342006" y="3377202"/>
                    <a:pt x="3247606" y="3377202"/>
                  </a:cubicBezTo>
                  <a:lnTo>
                    <a:pt x="170927" y="3377202"/>
                  </a:lnTo>
                  <a:cubicBezTo>
                    <a:pt x="76526" y="3377202"/>
                    <a:pt x="0" y="3301601"/>
                    <a:pt x="0" y="3208342"/>
                  </a:cubicBezTo>
                  <a:lnTo>
                    <a:pt x="0" y="168860"/>
                  </a:lnTo>
                  <a:close/>
                </a:path>
              </a:pathLst>
            </a:custGeom>
            <a:gradFill>
              <a:gsLst>
                <a:gs pos="0">
                  <a:srgbClr val="EDF7F3">
                    <a:alpha val="100000"/>
                  </a:srgbClr>
                </a:gs>
                <a:gs pos="100000">
                  <a:srgbClr val="E8F2EE">
                    <a:alpha val="100000"/>
                  </a:srgbClr>
                </a:gs>
              </a:gsLst>
              <a:lin ang="5400000" scaled="0"/>
            </a:gradFill>
            <a:ln w="13812" cap="flat">
              <a:solidFill>
                <a:srgbClr val="74AA9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1062" y="871"/>
              <a:ext cx="4949" cy="381"/>
            </a:xfrm>
            <a:custGeom>
              <a:avLst/>
              <a:gdLst>
                <a:gd name="connisteX0" fmla="*/ 0 w 3142287"/>
                <a:gd name="connsiteY0" fmla="*/ 0 h 241722"/>
                <a:gd name="connisteX1" fmla="*/ 3142287 w 3142287"/>
                <a:gd name="connsiteY1" fmla="*/ 0 h 241722"/>
                <a:gd name="connisteX2" fmla="*/ 3142287 w 3142287"/>
                <a:gd name="connsiteY2" fmla="*/ 241722 h 241722"/>
                <a:gd name="connisteX3" fmla="*/ 0 w 3142287"/>
                <a:gd name="connsiteY3" fmla="*/ 241722 h 241722"/>
                <a:gd name="connisteX4" fmla="*/ 0 w 3142287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142287" h="241722">
                  <a:moveTo>
                    <a:pt x="0" y="0"/>
                  </a:moveTo>
                  <a:lnTo>
                    <a:pt x="3142287" y="0"/>
                  </a:lnTo>
                  <a:lnTo>
                    <a:pt x="3142287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25" name="Text"/>
            <p:cNvSpPr txBox="1"/>
            <p:nvPr/>
          </p:nvSpPr>
          <p:spPr>
            <a:xfrm>
              <a:off x="1051" y="871"/>
              <a:ext cx="4970" cy="487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/>
              <a:r>
                <a:rPr lang="en-US" sz="2000" b="1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Observation</a:t>
              </a:r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1002" y="1344"/>
              <a:ext cx="2404" cy="2208"/>
            </a:xfrm>
            <a:custGeom>
              <a:avLst/>
              <a:gdLst>
                <a:gd name="connisteX0" fmla="*/ 0 w 1526253"/>
                <a:gd name="connsiteY0" fmla="*/ 77109 h 1401987"/>
                <a:gd name="connisteX1" fmla="*/ 76312 w 1526253"/>
                <a:gd name="connsiteY1" fmla="*/ 0 h 1401987"/>
                <a:gd name="connisteX2" fmla="*/ 1449941 w 1526253"/>
                <a:gd name="connsiteY2" fmla="*/ 0 h 1401987"/>
                <a:gd name="connisteX3" fmla="*/ 1526253 w 1526253"/>
                <a:gd name="connsiteY3" fmla="*/ 77109 h 1401987"/>
                <a:gd name="connisteX4" fmla="*/ 1526253 w 1526253"/>
                <a:gd name="connsiteY4" fmla="*/ 1324878 h 1401987"/>
                <a:gd name="connisteX5" fmla="*/ 1449941 w 1526253"/>
                <a:gd name="connsiteY5" fmla="*/ 1401987 h 1401987"/>
                <a:gd name="connisteX6" fmla="*/ 76312 w 1526253"/>
                <a:gd name="connsiteY6" fmla="*/ 1401987 h 1401987"/>
                <a:gd name="connisteX7" fmla="*/ 0 w 1526253"/>
                <a:gd name="connsiteY7" fmla="*/ 1324878 h 1401987"/>
                <a:gd name="connisteX8" fmla="*/ 0 w 1526253"/>
                <a:gd name="connsiteY8" fmla="*/ 77109 h 14019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26254" h="1401988">
                  <a:moveTo>
                    <a:pt x="0" y="77109"/>
                  </a:moveTo>
                  <a:cubicBezTo>
                    <a:pt x="0" y="34523"/>
                    <a:pt x="34166" y="0"/>
                    <a:pt x="76313" y="0"/>
                  </a:cubicBezTo>
                  <a:lnTo>
                    <a:pt x="1449941" y="0"/>
                  </a:lnTo>
                  <a:cubicBezTo>
                    <a:pt x="1492087" y="0"/>
                    <a:pt x="1526254" y="34523"/>
                    <a:pt x="1526254" y="77109"/>
                  </a:cubicBezTo>
                  <a:lnTo>
                    <a:pt x="1526254" y="1324879"/>
                  </a:lnTo>
                  <a:cubicBezTo>
                    <a:pt x="1526254" y="1367465"/>
                    <a:pt x="1492087" y="1401988"/>
                    <a:pt x="1449941" y="1401988"/>
                  </a:cubicBezTo>
                  <a:lnTo>
                    <a:pt x="76313" y="1401988"/>
                  </a:lnTo>
                  <a:cubicBezTo>
                    <a:pt x="34166" y="1401988"/>
                    <a:pt x="0" y="1367465"/>
                    <a:pt x="0" y="1324879"/>
                  </a:cubicBezTo>
                  <a:lnTo>
                    <a:pt x="0" y="77109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3493" y="1344"/>
              <a:ext cx="2610" cy="2208"/>
            </a:xfrm>
            <a:custGeom>
              <a:avLst/>
              <a:gdLst>
                <a:gd name="connisteX0" fmla="*/ 0 w 1657470"/>
                <a:gd name="connsiteY0" fmla="*/ 77109 h 1401987"/>
                <a:gd name="connisteX1" fmla="*/ 82873 w 1657470"/>
                <a:gd name="connsiteY1" fmla="*/ 0 h 1401987"/>
                <a:gd name="connisteX2" fmla="*/ 1574596 w 1657470"/>
                <a:gd name="connsiteY2" fmla="*/ 0 h 1401987"/>
                <a:gd name="connisteX3" fmla="*/ 1657470 w 1657470"/>
                <a:gd name="connsiteY3" fmla="*/ 77109 h 1401987"/>
                <a:gd name="connisteX4" fmla="*/ 1657470 w 1657470"/>
                <a:gd name="connsiteY4" fmla="*/ 1324878 h 1401987"/>
                <a:gd name="connisteX5" fmla="*/ 1574596 w 1657470"/>
                <a:gd name="connsiteY5" fmla="*/ 1401987 h 1401987"/>
                <a:gd name="connisteX6" fmla="*/ 82873 w 1657470"/>
                <a:gd name="connsiteY6" fmla="*/ 1401987 h 1401987"/>
                <a:gd name="connisteX7" fmla="*/ 0 w 1657470"/>
                <a:gd name="connsiteY7" fmla="*/ 1324878 h 1401987"/>
                <a:gd name="connisteX8" fmla="*/ 0 w 1657470"/>
                <a:gd name="connsiteY8" fmla="*/ 77109 h 14019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57470" h="1401988">
                  <a:moveTo>
                    <a:pt x="0" y="77109"/>
                  </a:moveTo>
                  <a:cubicBezTo>
                    <a:pt x="0" y="34523"/>
                    <a:pt x="37104" y="0"/>
                    <a:pt x="82874" y="0"/>
                  </a:cubicBezTo>
                  <a:lnTo>
                    <a:pt x="1574597" y="0"/>
                  </a:lnTo>
                  <a:cubicBezTo>
                    <a:pt x="1620366" y="0"/>
                    <a:pt x="1657470" y="34523"/>
                    <a:pt x="1657470" y="77109"/>
                  </a:cubicBezTo>
                  <a:lnTo>
                    <a:pt x="1657470" y="1324879"/>
                  </a:lnTo>
                  <a:cubicBezTo>
                    <a:pt x="1657470" y="1367465"/>
                    <a:pt x="1620366" y="1401988"/>
                    <a:pt x="1574597" y="1401988"/>
                  </a:cubicBezTo>
                  <a:lnTo>
                    <a:pt x="82874" y="1401988"/>
                  </a:lnTo>
                  <a:cubicBezTo>
                    <a:pt x="37104" y="1401988"/>
                    <a:pt x="0" y="1367465"/>
                    <a:pt x="0" y="1324879"/>
                  </a:cubicBezTo>
                  <a:lnTo>
                    <a:pt x="0" y="77109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002" y="3650"/>
              <a:ext cx="2404" cy="2349"/>
            </a:xfrm>
            <a:custGeom>
              <a:avLst/>
              <a:gdLst>
                <a:gd name="connisteX0" fmla="*/ 0 w 1526253"/>
                <a:gd name="connsiteY0" fmla="*/ 82047 h 1491770"/>
                <a:gd name="connisteX1" fmla="*/ 76312 w 1526253"/>
                <a:gd name="connsiteY1" fmla="*/ 0 h 1491770"/>
                <a:gd name="connisteX2" fmla="*/ 1449941 w 1526253"/>
                <a:gd name="connsiteY2" fmla="*/ 0 h 1491770"/>
                <a:gd name="connisteX3" fmla="*/ 1526253 w 1526253"/>
                <a:gd name="connsiteY3" fmla="*/ 82047 h 1491770"/>
                <a:gd name="connisteX4" fmla="*/ 1526253 w 1526253"/>
                <a:gd name="connsiteY4" fmla="*/ 1409723 h 1491770"/>
                <a:gd name="connisteX5" fmla="*/ 1449941 w 1526253"/>
                <a:gd name="connsiteY5" fmla="*/ 1491770 h 1491770"/>
                <a:gd name="connisteX6" fmla="*/ 76312 w 1526253"/>
                <a:gd name="connsiteY6" fmla="*/ 1491770 h 1491770"/>
                <a:gd name="connisteX7" fmla="*/ 0 w 1526253"/>
                <a:gd name="connsiteY7" fmla="*/ 1409723 h 1491770"/>
                <a:gd name="connisteX8" fmla="*/ 0 w 1526253"/>
                <a:gd name="connsiteY8" fmla="*/ 82047 h 14917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26254" h="1491770">
                  <a:moveTo>
                    <a:pt x="0" y="82047"/>
                  </a:moveTo>
                  <a:cubicBezTo>
                    <a:pt x="0" y="36734"/>
                    <a:pt x="34166" y="0"/>
                    <a:pt x="76313" y="0"/>
                  </a:cubicBezTo>
                  <a:lnTo>
                    <a:pt x="1449941" y="0"/>
                  </a:lnTo>
                  <a:cubicBezTo>
                    <a:pt x="1492087" y="0"/>
                    <a:pt x="1526254" y="36734"/>
                    <a:pt x="1526254" y="82047"/>
                  </a:cubicBezTo>
                  <a:lnTo>
                    <a:pt x="1526254" y="1409723"/>
                  </a:lnTo>
                  <a:cubicBezTo>
                    <a:pt x="1526254" y="1455037"/>
                    <a:pt x="1492087" y="1491770"/>
                    <a:pt x="1449941" y="1491770"/>
                  </a:cubicBezTo>
                  <a:lnTo>
                    <a:pt x="76313" y="1491770"/>
                  </a:lnTo>
                  <a:cubicBezTo>
                    <a:pt x="34166" y="1491770"/>
                    <a:pt x="0" y="1455037"/>
                    <a:pt x="0" y="1409723"/>
                  </a:cubicBezTo>
                  <a:lnTo>
                    <a:pt x="0" y="82047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3493" y="3650"/>
              <a:ext cx="2610" cy="2349"/>
            </a:xfrm>
            <a:custGeom>
              <a:avLst/>
              <a:gdLst>
                <a:gd name="connisteX0" fmla="*/ 0 w 1657470"/>
                <a:gd name="connsiteY0" fmla="*/ 82047 h 1491770"/>
                <a:gd name="connisteX1" fmla="*/ 82873 w 1657470"/>
                <a:gd name="connsiteY1" fmla="*/ 0 h 1491770"/>
                <a:gd name="connisteX2" fmla="*/ 1574596 w 1657470"/>
                <a:gd name="connsiteY2" fmla="*/ 0 h 1491770"/>
                <a:gd name="connisteX3" fmla="*/ 1657470 w 1657470"/>
                <a:gd name="connsiteY3" fmla="*/ 82047 h 1491770"/>
                <a:gd name="connisteX4" fmla="*/ 1657470 w 1657470"/>
                <a:gd name="connsiteY4" fmla="*/ 1409723 h 1491770"/>
                <a:gd name="connisteX5" fmla="*/ 1574596 w 1657470"/>
                <a:gd name="connsiteY5" fmla="*/ 1491770 h 1491770"/>
                <a:gd name="connisteX6" fmla="*/ 82873 w 1657470"/>
                <a:gd name="connsiteY6" fmla="*/ 1491770 h 1491770"/>
                <a:gd name="connisteX7" fmla="*/ 0 w 1657470"/>
                <a:gd name="connsiteY7" fmla="*/ 1409723 h 1491770"/>
                <a:gd name="connisteX8" fmla="*/ 0 w 1657470"/>
                <a:gd name="connsiteY8" fmla="*/ 82047 h 14917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57470" h="1491770">
                  <a:moveTo>
                    <a:pt x="0" y="82047"/>
                  </a:moveTo>
                  <a:cubicBezTo>
                    <a:pt x="0" y="36734"/>
                    <a:pt x="37104" y="0"/>
                    <a:pt x="82874" y="0"/>
                  </a:cubicBezTo>
                  <a:lnTo>
                    <a:pt x="1574597" y="0"/>
                  </a:lnTo>
                  <a:cubicBezTo>
                    <a:pt x="1620366" y="0"/>
                    <a:pt x="1657470" y="36734"/>
                    <a:pt x="1657470" y="82047"/>
                  </a:cubicBezTo>
                  <a:lnTo>
                    <a:pt x="1657470" y="1409723"/>
                  </a:lnTo>
                  <a:cubicBezTo>
                    <a:pt x="1657470" y="1455037"/>
                    <a:pt x="1620366" y="1491770"/>
                    <a:pt x="1574597" y="1491770"/>
                  </a:cubicBezTo>
                  <a:lnTo>
                    <a:pt x="82874" y="1491770"/>
                  </a:lnTo>
                  <a:cubicBezTo>
                    <a:pt x="37104" y="1491770"/>
                    <a:pt x="0" y="1455037"/>
                    <a:pt x="0" y="1409723"/>
                  </a:cubicBezTo>
                  <a:lnTo>
                    <a:pt x="0" y="82047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06" y="1709"/>
              <a:ext cx="2197" cy="1751"/>
            </a:xfrm>
            <a:custGeom>
              <a:avLst/>
              <a:gdLst>
                <a:gd name="connisteX0" fmla="*/ 0 w 1395037"/>
                <a:gd name="connsiteY0" fmla="*/ 77834 h 1111921"/>
                <a:gd name="connisteX1" fmla="*/ 76727 w 1395037"/>
                <a:gd name="connsiteY1" fmla="*/ 0 h 1111921"/>
                <a:gd name="connisteX2" fmla="*/ 1318310 w 1395037"/>
                <a:gd name="connsiteY2" fmla="*/ 0 h 1111921"/>
                <a:gd name="connisteX3" fmla="*/ 1395037 w 1395037"/>
                <a:gd name="connsiteY3" fmla="*/ 77834 h 1111921"/>
                <a:gd name="connisteX4" fmla="*/ 1395037 w 1395037"/>
                <a:gd name="connsiteY4" fmla="*/ 1034086 h 1111921"/>
                <a:gd name="connisteX5" fmla="*/ 1318310 w 1395037"/>
                <a:gd name="connsiteY5" fmla="*/ 1111921 h 1111921"/>
                <a:gd name="connisteX6" fmla="*/ 76727 w 1395037"/>
                <a:gd name="connsiteY6" fmla="*/ 1111921 h 1111921"/>
                <a:gd name="connisteX7" fmla="*/ 0 w 1395037"/>
                <a:gd name="connsiteY7" fmla="*/ 1034086 h 1111921"/>
                <a:gd name="connisteX8" fmla="*/ 0 w 1395037"/>
                <a:gd name="connsiteY8" fmla="*/ 77834 h 111192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95037" h="1111921">
                  <a:moveTo>
                    <a:pt x="0" y="77835"/>
                  </a:moveTo>
                  <a:cubicBezTo>
                    <a:pt x="0" y="34848"/>
                    <a:pt x="34352" y="0"/>
                    <a:pt x="76727" y="0"/>
                  </a:cubicBezTo>
                  <a:lnTo>
                    <a:pt x="1318310" y="0"/>
                  </a:lnTo>
                  <a:cubicBezTo>
                    <a:pt x="1360685" y="0"/>
                    <a:pt x="1395037" y="34848"/>
                    <a:pt x="1395037" y="77835"/>
                  </a:cubicBezTo>
                  <a:lnTo>
                    <a:pt x="1395037" y="1034087"/>
                  </a:lnTo>
                  <a:cubicBezTo>
                    <a:pt x="1395037" y="1077074"/>
                    <a:pt x="1360685" y="1111921"/>
                    <a:pt x="1318310" y="1111921"/>
                  </a:cubicBezTo>
                  <a:lnTo>
                    <a:pt x="76727" y="1111921"/>
                  </a:lnTo>
                  <a:cubicBezTo>
                    <a:pt x="34352" y="1111921"/>
                    <a:pt x="0" y="1077074"/>
                    <a:pt x="0" y="1034087"/>
                  </a:cubicBezTo>
                  <a:lnTo>
                    <a:pt x="0" y="778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3574" y="1698"/>
              <a:ext cx="2415" cy="1772"/>
            </a:xfrm>
            <a:custGeom>
              <a:avLst/>
              <a:gdLst>
                <a:gd name="connisteX0" fmla="*/ 0 w 1533159"/>
                <a:gd name="connsiteY0" fmla="*/ 78801 h 1125734"/>
                <a:gd name="connisteX1" fmla="*/ 76657 w 1533159"/>
                <a:gd name="connsiteY1" fmla="*/ 0 h 1125734"/>
                <a:gd name="connisteX2" fmla="*/ 1456501 w 1533159"/>
                <a:gd name="connsiteY2" fmla="*/ 0 h 1125734"/>
                <a:gd name="connisteX3" fmla="*/ 1533159 w 1533159"/>
                <a:gd name="connsiteY3" fmla="*/ 78801 h 1125734"/>
                <a:gd name="connisteX4" fmla="*/ 1533159 w 1533159"/>
                <a:gd name="connsiteY4" fmla="*/ 1046932 h 1125734"/>
                <a:gd name="connisteX5" fmla="*/ 1456501 w 1533159"/>
                <a:gd name="connsiteY5" fmla="*/ 1125734 h 1125734"/>
                <a:gd name="connisteX6" fmla="*/ 76657 w 1533159"/>
                <a:gd name="connsiteY6" fmla="*/ 1125734 h 1125734"/>
                <a:gd name="connisteX7" fmla="*/ 0 w 1533159"/>
                <a:gd name="connsiteY7" fmla="*/ 1046932 h 1125734"/>
                <a:gd name="connisteX8" fmla="*/ 0 w 1533159"/>
                <a:gd name="connsiteY8" fmla="*/ 78801 h 112573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33160" h="1125734">
                  <a:moveTo>
                    <a:pt x="0" y="78801"/>
                  </a:moveTo>
                  <a:cubicBezTo>
                    <a:pt x="0" y="35281"/>
                    <a:pt x="34321" y="0"/>
                    <a:pt x="76658" y="0"/>
                  </a:cubicBezTo>
                  <a:lnTo>
                    <a:pt x="1456502" y="0"/>
                  </a:lnTo>
                  <a:cubicBezTo>
                    <a:pt x="1498839" y="0"/>
                    <a:pt x="1533160" y="35281"/>
                    <a:pt x="1533160" y="78801"/>
                  </a:cubicBezTo>
                  <a:lnTo>
                    <a:pt x="1533160" y="1046933"/>
                  </a:lnTo>
                  <a:cubicBezTo>
                    <a:pt x="1533160" y="1090454"/>
                    <a:pt x="1498839" y="1125734"/>
                    <a:pt x="1456502" y="1125734"/>
                  </a:cubicBezTo>
                  <a:lnTo>
                    <a:pt x="76658" y="1125734"/>
                  </a:lnTo>
                  <a:cubicBezTo>
                    <a:pt x="34321" y="1125734"/>
                    <a:pt x="0" y="1090454"/>
                    <a:pt x="0" y="1046933"/>
                  </a:cubicBezTo>
                  <a:lnTo>
                    <a:pt x="0" y="78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1106" y="4047"/>
              <a:ext cx="2197" cy="1849"/>
            </a:xfrm>
            <a:custGeom>
              <a:avLst/>
              <a:gdLst>
                <a:gd name="connisteX0" fmla="*/ 0 w 1395037"/>
                <a:gd name="connsiteY0" fmla="*/ 82185 h 1174078"/>
                <a:gd name="connisteX1" fmla="*/ 76727 w 1395037"/>
                <a:gd name="connsiteY1" fmla="*/ 0 h 1174078"/>
                <a:gd name="connisteX2" fmla="*/ 1318310 w 1395037"/>
                <a:gd name="connsiteY2" fmla="*/ 0 h 1174078"/>
                <a:gd name="connisteX3" fmla="*/ 1395037 w 1395037"/>
                <a:gd name="connsiteY3" fmla="*/ 82185 h 1174078"/>
                <a:gd name="connisteX4" fmla="*/ 1395037 w 1395037"/>
                <a:gd name="connsiteY4" fmla="*/ 1091893 h 1174078"/>
                <a:gd name="connisteX5" fmla="*/ 1318310 w 1395037"/>
                <a:gd name="connsiteY5" fmla="*/ 1174078 h 1174078"/>
                <a:gd name="connisteX6" fmla="*/ 76727 w 1395037"/>
                <a:gd name="connsiteY6" fmla="*/ 1174078 h 1174078"/>
                <a:gd name="connisteX7" fmla="*/ 0 w 1395037"/>
                <a:gd name="connsiteY7" fmla="*/ 1091893 h 1174078"/>
                <a:gd name="connisteX8" fmla="*/ 0 w 1395037"/>
                <a:gd name="connsiteY8" fmla="*/ 82185 h 117407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95037" h="1174079">
                  <a:moveTo>
                    <a:pt x="0" y="82185"/>
                  </a:moveTo>
                  <a:cubicBezTo>
                    <a:pt x="0" y="36796"/>
                    <a:pt x="34352" y="0"/>
                    <a:pt x="76727" y="0"/>
                  </a:cubicBezTo>
                  <a:lnTo>
                    <a:pt x="1318310" y="0"/>
                  </a:lnTo>
                  <a:cubicBezTo>
                    <a:pt x="1360685" y="0"/>
                    <a:pt x="1395037" y="36796"/>
                    <a:pt x="1395037" y="82185"/>
                  </a:cubicBezTo>
                  <a:lnTo>
                    <a:pt x="1395037" y="1091893"/>
                  </a:lnTo>
                  <a:cubicBezTo>
                    <a:pt x="1395037" y="1137283"/>
                    <a:pt x="1360685" y="1174079"/>
                    <a:pt x="1318310" y="1174079"/>
                  </a:cubicBezTo>
                  <a:lnTo>
                    <a:pt x="76727" y="1174079"/>
                  </a:lnTo>
                  <a:cubicBezTo>
                    <a:pt x="34352" y="1174079"/>
                    <a:pt x="0" y="1137283"/>
                    <a:pt x="0" y="1091893"/>
                  </a:cubicBezTo>
                  <a:lnTo>
                    <a:pt x="0" y="82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3574" y="4036"/>
              <a:ext cx="2415" cy="1871"/>
            </a:xfrm>
            <a:custGeom>
              <a:avLst/>
              <a:gdLst>
                <a:gd name="connisteX0" fmla="*/ 0 w 1533159"/>
                <a:gd name="connsiteY0" fmla="*/ 77212 h 1187891"/>
                <a:gd name="connisteX1" fmla="*/ 76657 w 1533159"/>
                <a:gd name="connsiteY1" fmla="*/ 0 h 1187891"/>
                <a:gd name="connisteX2" fmla="*/ 1456501 w 1533159"/>
                <a:gd name="connsiteY2" fmla="*/ 0 h 1187891"/>
                <a:gd name="connisteX3" fmla="*/ 1533159 w 1533159"/>
                <a:gd name="connsiteY3" fmla="*/ 77212 h 1187891"/>
                <a:gd name="connisteX4" fmla="*/ 1533159 w 1533159"/>
                <a:gd name="connsiteY4" fmla="*/ 1110678 h 1187891"/>
                <a:gd name="connisteX5" fmla="*/ 1456501 w 1533159"/>
                <a:gd name="connsiteY5" fmla="*/ 1187891 h 1187891"/>
                <a:gd name="connisteX6" fmla="*/ 76657 w 1533159"/>
                <a:gd name="connsiteY6" fmla="*/ 1187891 h 1187891"/>
                <a:gd name="connisteX7" fmla="*/ 0 w 1533159"/>
                <a:gd name="connsiteY7" fmla="*/ 1110678 h 1187891"/>
                <a:gd name="connisteX8" fmla="*/ 0 w 1533159"/>
                <a:gd name="connsiteY8" fmla="*/ 77212 h 11878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33160" h="1187891">
                  <a:moveTo>
                    <a:pt x="0" y="77213"/>
                  </a:moveTo>
                  <a:cubicBezTo>
                    <a:pt x="0" y="34569"/>
                    <a:pt x="34321" y="0"/>
                    <a:pt x="76658" y="0"/>
                  </a:cubicBezTo>
                  <a:lnTo>
                    <a:pt x="1456502" y="0"/>
                  </a:lnTo>
                  <a:cubicBezTo>
                    <a:pt x="1498839" y="0"/>
                    <a:pt x="1533160" y="34569"/>
                    <a:pt x="1533160" y="77213"/>
                  </a:cubicBezTo>
                  <a:lnTo>
                    <a:pt x="1533160" y="1110678"/>
                  </a:lnTo>
                  <a:cubicBezTo>
                    <a:pt x="1533160" y="1153322"/>
                    <a:pt x="1498839" y="1187891"/>
                    <a:pt x="1456502" y="1187891"/>
                  </a:cubicBezTo>
                  <a:lnTo>
                    <a:pt x="76658" y="1187891"/>
                  </a:lnTo>
                  <a:cubicBezTo>
                    <a:pt x="34321" y="1187891"/>
                    <a:pt x="0" y="1153322"/>
                    <a:pt x="0" y="1110678"/>
                  </a:cubicBezTo>
                  <a:lnTo>
                    <a:pt x="0" y="77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051" y="1382"/>
              <a:ext cx="2306" cy="294"/>
            </a:xfrm>
            <a:custGeom>
              <a:avLst/>
              <a:gdLst>
                <a:gd name="connisteX0" fmla="*/ 0 w 1464098"/>
                <a:gd name="connsiteY0" fmla="*/ 0 h 186471"/>
                <a:gd name="connisteX1" fmla="*/ 1464098 w 1464098"/>
                <a:gd name="connsiteY1" fmla="*/ 0 h 186471"/>
                <a:gd name="connisteX2" fmla="*/ 1464098 w 1464098"/>
                <a:gd name="connsiteY2" fmla="*/ 186471 h 186471"/>
                <a:gd name="connisteX3" fmla="*/ 0 w 1464098"/>
                <a:gd name="connsiteY3" fmla="*/ 186471 h 186471"/>
                <a:gd name="connisteX4" fmla="*/ 0 w 1464098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4099" h="186471">
                  <a:moveTo>
                    <a:pt x="0" y="0"/>
                  </a:moveTo>
                  <a:lnTo>
                    <a:pt x="1464099" y="0"/>
                  </a:lnTo>
                  <a:lnTo>
                    <a:pt x="1464099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3520" y="1382"/>
              <a:ext cx="2545" cy="294"/>
            </a:xfrm>
            <a:custGeom>
              <a:avLst/>
              <a:gdLst>
                <a:gd name="connisteX0" fmla="*/ 0 w 1616033"/>
                <a:gd name="connsiteY0" fmla="*/ 0 h 186471"/>
                <a:gd name="connisteX1" fmla="*/ 1616033 w 1616033"/>
                <a:gd name="connsiteY1" fmla="*/ 0 h 186471"/>
                <a:gd name="connisteX2" fmla="*/ 1616033 w 1616033"/>
                <a:gd name="connsiteY2" fmla="*/ 186471 h 186471"/>
                <a:gd name="connisteX3" fmla="*/ 0 w 1616033"/>
                <a:gd name="connsiteY3" fmla="*/ 186471 h 186471"/>
                <a:gd name="connisteX4" fmla="*/ 0 w 1616033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16033" h="186471">
                  <a:moveTo>
                    <a:pt x="0" y="0"/>
                  </a:moveTo>
                  <a:lnTo>
                    <a:pt x="1616033" y="0"/>
                  </a:lnTo>
                  <a:lnTo>
                    <a:pt x="1616033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3509" y="1409"/>
              <a:ext cx="2567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29" name="任意多边形 28"/>
            <p:cNvSpPr/>
            <p:nvPr/>
          </p:nvSpPr>
          <p:spPr>
            <a:xfrm>
              <a:off x="1040" y="3710"/>
              <a:ext cx="2317" cy="283"/>
            </a:xfrm>
            <a:custGeom>
              <a:avLst/>
              <a:gdLst>
                <a:gd name="connisteX0" fmla="*/ 0 w 1471004"/>
                <a:gd name="connsiteY0" fmla="*/ 0 h 179564"/>
                <a:gd name="connisteX1" fmla="*/ 1471004 w 1471004"/>
                <a:gd name="connsiteY1" fmla="*/ 0 h 179564"/>
                <a:gd name="connisteX2" fmla="*/ 1471004 w 1471004"/>
                <a:gd name="connsiteY2" fmla="*/ 179564 h 179564"/>
                <a:gd name="connisteX3" fmla="*/ 0 w 1471004"/>
                <a:gd name="connsiteY3" fmla="*/ 179564 h 179564"/>
                <a:gd name="connisteX4" fmla="*/ 0 w 1471004"/>
                <a:gd name="connsiteY4" fmla="*/ 0 h 17956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71005" h="179565">
                  <a:moveTo>
                    <a:pt x="0" y="0"/>
                  </a:moveTo>
                  <a:lnTo>
                    <a:pt x="1471005" y="0"/>
                  </a:lnTo>
                  <a:lnTo>
                    <a:pt x="1471005" y="179565"/>
                  </a:lnTo>
                  <a:lnTo>
                    <a:pt x="0" y="17956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3520" y="3710"/>
              <a:ext cx="2545" cy="283"/>
            </a:xfrm>
            <a:custGeom>
              <a:avLst/>
              <a:gdLst>
                <a:gd name="connisteX0" fmla="*/ 0 w 1616033"/>
                <a:gd name="connsiteY0" fmla="*/ 0 h 179564"/>
                <a:gd name="connisteX1" fmla="*/ 1616033 w 1616033"/>
                <a:gd name="connsiteY1" fmla="*/ 0 h 179564"/>
                <a:gd name="connisteX2" fmla="*/ 1616033 w 1616033"/>
                <a:gd name="connsiteY2" fmla="*/ 179564 h 179564"/>
                <a:gd name="connisteX3" fmla="*/ 0 w 1616033"/>
                <a:gd name="connsiteY3" fmla="*/ 179564 h 179564"/>
                <a:gd name="connisteX4" fmla="*/ 0 w 1616033"/>
                <a:gd name="connsiteY4" fmla="*/ 0 h 17956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16033" h="179565">
                  <a:moveTo>
                    <a:pt x="0" y="0"/>
                  </a:moveTo>
                  <a:lnTo>
                    <a:pt x="1616033" y="0"/>
                  </a:lnTo>
                  <a:lnTo>
                    <a:pt x="1616033" y="179565"/>
                  </a:lnTo>
                  <a:lnTo>
                    <a:pt x="0" y="17956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509" y="3732"/>
              <a:ext cx="2567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" name="任意多边形 54"/>
            <p:cNvSpPr/>
            <p:nvPr/>
          </p:nvSpPr>
          <p:spPr>
            <a:xfrm>
              <a:off x="4471" y="2230"/>
              <a:ext cx="985" cy="518"/>
            </a:xfrm>
            <a:custGeom>
              <a:avLst/>
              <a:gdLst>
                <a:gd name="connisteX0" fmla="*/ 625487 w 625487"/>
                <a:gd name="connsiteY0" fmla="*/ 0 h 329156"/>
                <a:gd name="connisteX1" fmla="*/ 0 w 625487"/>
                <a:gd name="connsiteY1" fmla="*/ 329156 h 3291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625488" h="329156">
                  <a:moveTo>
                    <a:pt x="625488" y="0"/>
                  </a:moveTo>
                  <a:lnTo>
                    <a:pt x="0" y="329156"/>
                  </a:lnTo>
                </a:path>
              </a:pathLst>
            </a:custGeom>
            <a:noFill/>
            <a:ln w="15884" cap="flat">
              <a:solidFill>
                <a:srgbClr val="1684FF"/>
              </a:solidFill>
              <a:custDash>
                <a:ds d="300000" sp="300000"/>
              </a:custDash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391" y="2708"/>
              <a:ext cx="101" cy="82"/>
            </a:xfrm>
            <a:custGeom>
              <a:avLst/>
              <a:gdLst>
                <a:gd name="connisteX0" fmla="*/ 0 w 64088"/>
                <a:gd name="connsiteY0" fmla="*/ 52073 h 52073"/>
                <a:gd name="connisteX1" fmla="*/ 37362 w 64088"/>
                <a:gd name="connsiteY1" fmla="*/ 0 h 52073"/>
                <a:gd name="connisteX2" fmla="*/ 64088 w 64088"/>
                <a:gd name="connsiteY2" fmla="*/ 50692 h 52073"/>
                <a:gd name="connisteX3" fmla="*/ 0 w 64088"/>
                <a:gd name="connsiteY3" fmla="*/ 52073 h 5207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4089" h="52074">
                  <a:moveTo>
                    <a:pt x="0" y="52074"/>
                  </a:moveTo>
                  <a:lnTo>
                    <a:pt x="37362" y="0"/>
                  </a:lnTo>
                  <a:lnTo>
                    <a:pt x="64089" y="50693"/>
                  </a:lnTo>
                  <a:lnTo>
                    <a:pt x="0" y="52074"/>
                  </a:lnTo>
                  <a:close/>
                </a:path>
              </a:pathLst>
            </a:custGeom>
            <a:solidFill>
              <a:srgbClr val="1684FF"/>
            </a:solidFill>
            <a:ln w="15884" cap="flat">
              <a:solidFill>
                <a:srgbClr val="1684FF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510" y="2188"/>
              <a:ext cx="544" cy="316"/>
            </a:xfrm>
            <a:custGeom>
              <a:avLst/>
              <a:gdLst>
                <a:gd name="connisteX0" fmla="*/ 0 w 345306"/>
                <a:gd name="connsiteY0" fmla="*/ 0 h 200283"/>
                <a:gd name="connisteX1" fmla="*/ 345306 w 345306"/>
                <a:gd name="connsiteY1" fmla="*/ 0 h 200283"/>
                <a:gd name="connisteX2" fmla="*/ 345306 w 345306"/>
                <a:gd name="connsiteY2" fmla="*/ 200283 h 200283"/>
                <a:gd name="connisteX3" fmla="*/ 0 w 345306"/>
                <a:gd name="connsiteY3" fmla="*/ 200283 h 200283"/>
                <a:gd name="connisteX4" fmla="*/ 0 w 345306"/>
                <a:gd name="connsiteY4" fmla="*/ 0 h 20028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45306" h="200284">
                  <a:moveTo>
                    <a:pt x="0" y="0"/>
                  </a:moveTo>
                  <a:lnTo>
                    <a:pt x="345306" y="0"/>
                  </a:lnTo>
                  <a:lnTo>
                    <a:pt x="345306" y="200284"/>
                  </a:lnTo>
                  <a:lnTo>
                    <a:pt x="0" y="20028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499" y="2171"/>
              <a:ext cx="565" cy="43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1" name="任意多边形 60"/>
            <p:cNvSpPr/>
            <p:nvPr/>
          </p:nvSpPr>
          <p:spPr>
            <a:xfrm>
              <a:off x="4771" y="2938"/>
              <a:ext cx="1087" cy="380"/>
            </a:xfrm>
            <a:custGeom>
              <a:avLst/>
              <a:gdLst>
                <a:gd name="connisteX0" fmla="*/ 0 w 690612"/>
                <a:gd name="connsiteY0" fmla="*/ 0 h 241722"/>
                <a:gd name="connisteX1" fmla="*/ 690612 w 690612"/>
                <a:gd name="connsiteY1" fmla="*/ 0 h 241722"/>
                <a:gd name="connisteX2" fmla="*/ 690612 w 690612"/>
                <a:gd name="connsiteY2" fmla="*/ 241722 h 241722"/>
                <a:gd name="connisteX3" fmla="*/ 0 w 690612"/>
                <a:gd name="connsiteY3" fmla="*/ 241722 h 241722"/>
                <a:gd name="connisteX4" fmla="*/ 0 w 690612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90613" h="241722">
                  <a:moveTo>
                    <a:pt x="0" y="0"/>
                  </a:moveTo>
                  <a:lnTo>
                    <a:pt x="690613" y="0"/>
                  </a:lnTo>
                  <a:lnTo>
                    <a:pt x="690613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26" name="Text"/>
            <p:cNvSpPr txBox="1"/>
            <p:nvPr/>
          </p:nvSpPr>
          <p:spPr>
            <a:xfrm>
              <a:off x="4760" y="2965"/>
              <a:ext cx="1109" cy="41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/>
              <a:r>
                <a:rPr lang="en-US" sz="1400" b="0" i="1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  <a:r>
                <a:rPr lang="en-US" sz="140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 = ‖</a:t>
              </a:r>
              <a:r>
                <a:rPr lang="en-US" sz="1400" b="0" i="1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g</a:t>
              </a:r>
              <a:r>
                <a:rPr lang="en-US" sz="1400" b="1" i="1" baseline="-2500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  <a:r>
                <a:rPr lang="en-US" sz="140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‖</a:t>
              </a:r>
              <a:r>
                <a:rPr lang="en-US" sz="1400" b="1" i="0" baseline="-2500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4156" y="2747"/>
              <a:ext cx="229" cy="229"/>
            </a:xfrm>
            <a:custGeom>
              <a:avLst/>
              <a:gdLst>
                <a:gd name="connisteX0" fmla="*/ 145028 w 145028"/>
                <a:gd name="connsiteY0" fmla="*/ 72516 h 145033"/>
                <a:gd name="connisteX1" fmla="*/ 72514 w 145028"/>
                <a:gd name="connsiteY1" fmla="*/ 145033 h 145033"/>
                <a:gd name="connisteX2" fmla="*/ 0 w 145028"/>
                <a:gd name="connsiteY2" fmla="*/ 72516 h 145033"/>
                <a:gd name="connisteX3" fmla="*/ 72514 w 145028"/>
                <a:gd name="connsiteY3" fmla="*/ 0 h 145033"/>
                <a:gd name="connisteX4" fmla="*/ 145028 w 145028"/>
                <a:gd name="connsiteY4" fmla="*/ 72516 h 14503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5029" h="145033">
                  <a:moveTo>
                    <a:pt x="145029" y="72517"/>
                  </a:moveTo>
                  <a:cubicBezTo>
                    <a:pt x="145029" y="112566"/>
                    <a:pt x="112563" y="145033"/>
                    <a:pt x="72514" y="145033"/>
                  </a:cubicBezTo>
                  <a:cubicBezTo>
                    <a:pt x="32466" y="145033"/>
                    <a:pt x="0" y="112566"/>
                    <a:pt x="0" y="72517"/>
                  </a:cubicBezTo>
                  <a:cubicBezTo>
                    <a:pt x="0" y="32467"/>
                    <a:pt x="32466" y="0"/>
                    <a:pt x="72514" y="0"/>
                  </a:cubicBezTo>
                  <a:cubicBezTo>
                    <a:pt x="112563" y="0"/>
                    <a:pt x="145029" y="32467"/>
                    <a:pt x="145029" y="72517"/>
                  </a:cubicBezTo>
                  <a:close/>
                </a:path>
              </a:pathLst>
            </a:custGeom>
            <a:solidFill>
              <a:srgbClr val="F99537"/>
            </a:solidFill>
            <a:ln w="6906" cap="flat">
              <a:solidFill>
                <a:srgbClr val="DE8131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4009" y="2481"/>
              <a:ext cx="653" cy="261"/>
            </a:xfrm>
            <a:custGeom>
              <a:avLst/>
              <a:gdLst>
                <a:gd name="connisteX0" fmla="*/ 0 w 414367"/>
                <a:gd name="connsiteY0" fmla="*/ 0 h 165752"/>
                <a:gd name="connisteX1" fmla="*/ 414367 w 414367"/>
                <a:gd name="connsiteY1" fmla="*/ 0 h 165752"/>
                <a:gd name="connisteX2" fmla="*/ 414367 w 414367"/>
                <a:gd name="connsiteY2" fmla="*/ 165752 h 165752"/>
                <a:gd name="connisteX3" fmla="*/ 0 w 414367"/>
                <a:gd name="connsiteY3" fmla="*/ 165752 h 165752"/>
                <a:gd name="connisteX4" fmla="*/ 0 w 414367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14368" h="165752">
                  <a:moveTo>
                    <a:pt x="0" y="0"/>
                  </a:moveTo>
                  <a:lnTo>
                    <a:pt x="414368" y="0"/>
                  </a:lnTo>
                  <a:lnTo>
                    <a:pt x="414368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3999" y="2492"/>
              <a:ext cx="674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8" name="任意多边形 67"/>
            <p:cNvSpPr/>
            <p:nvPr/>
          </p:nvSpPr>
          <p:spPr>
            <a:xfrm>
              <a:off x="2302" y="4036"/>
              <a:ext cx="196" cy="261"/>
            </a:xfrm>
            <a:custGeom>
              <a:avLst/>
              <a:gdLst>
                <a:gd name="connisteX0" fmla="*/ 0 w 124310"/>
                <a:gd name="connsiteY0" fmla="*/ 0 h 165752"/>
                <a:gd name="connisteX1" fmla="*/ 124310 w 124310"/>
                <a:gd name="connsiteY1" fmla="*/ 0 h 165752"/>
                <a:gd name="connisteX2" fmla="*/ 124310 w 124310"/>
                <a:gd name="connsiteY2" fmla="*/ 165752 h 165752"/>
                <a:gd name="connisteX3" fmla="*/ 0 w 124310"/>
                <a:gd name="connsiteY3" fmla="*/ 165752 h 165752"/>
                <a:gd name="connisteX4" fmla="*/ 0 w 124310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24310" h="165752">
                  <a:moveTo>
                    <a:pt x="0" y="0"/>
                  </a:moveTo>
                  <a:lnTo>
                    <a:pt x="124310" y="0"/>
                  </a:lnTo>
                  <a:lnTo>
                    <a:pt x="124310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2291" y="4052"/>
              <a:ext cx="218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1" name="任意多边形 70"/>
            <p:cNvSpPr/>
            <p:nvPr/>
          </p:nvSpPr>
          <p:spPr>
            <a:xfrm>
              <a:off x="2715" y="5136"/>
              <a:ext cx="218" cy="261"/>
            </a:xfrm>
            <a:custGeom>
              <a:avLst/>
              <a:gdLst>
                <a:gd name="connisteX0" fmla="*/ 0 w 138122"/>
                <a:gd name="connsiteY0" fmla="*/ 0 h 165752"/>
                <a:gd name="connisteX1" fmla="*/ 138122 w 138122"/>
                <a:gd name="connsiteY1" fmla="*/ 0 h 165752"/>
                <a:gd name="connisteX2" fmla="*/ 138122 w 138122"/>
                <a:gd name="connsiteY2" fmla="*/ 165752 h 165752"/>
                <a:gd name="connisteX3" fmla="*/ 0 w 138122"/>
                <a:gd name="connsiteY3" fmla="*/ 165752 h 165752"/>
                <a:gd name="connisteX4" fmla="*/ 0 w 138122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3" h="165752">
                  <a:moveTo>
                    <a:pt x="0" y="0"/>
                  </a:moveTo>
                  <a:lnTo>
                    <a:pt x="138123" y="0"/>
                  </a:lnTo>
                  <a:lnTo>
                    <a:pt x="138123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2704" y="5151"/>
              <a:ext cx="240" cy="28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4" name="任意多边形 73"/>
            <p:cNvSpPr/>
            <p:nvPr/>
          </p:nvSpPr>
          <p:spPr>
            <a:xfrm>
              <a:off x="1584" y="5200"/>
              <a:ext cx="218" cy="261"/>
            </a:xfrm>
            <a:custGeom>
              <a:avLst/>
              <a:gdLst>
                <a:gd name="connisteX0" fmla="*/ 0 w 138122"/>
                <a:gd name="connsiteY0" fmla="*/ 0 h 165752"/>
                <a:gd name="connisteX1" fmla="*/ 138122 w 138122"/>
                <a:gd name="connsiteY1" fmla="*/ 0 h 165752"/>
                <a:gd name="connisteX2" fmla="*/ 138122 w 138122"/>
                <a:gd name="connsiteY2" fmla="*/ 165752 h 165752"/>
                <a:gd name="connisteX3" fmla="*/ 0 w 138122"/>
                <a:gd name="connsiteY3" fmla="*/ 165752 h 165752"/>
                <a:gd name="connisteX4" fmla="*/ 0 w 138122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3" h="165752">
                  <a:moveTo>
                    <a:pt x="0" y="0"/>
                  </a:moveTo>
                  <a:lnTo>
                    <a:pt x="138123" y="0"/>
                  </a:lnTo>
                  <a:lnTo>
                    <a:pt x="138123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75" name="图片 7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573" y="5216"/>
              <a:ext cx="240" cy="28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7" name="任意多边形 76"/>
            <p:cNvSpPr/>
            <p:nvPr/>
          </p:nvSpPr>
          <p:spPr>
            <a:xfrm>
              <a:off x="1127" y="5504"/>
              <a:ext cx="2176" cy="370"/>
            </a:xfrm>
            <a:custGeom>
              <a:avLst/>
              <a:gdLst>
                <a:gd name="connisteX0" fmla="*/ 0 w 1381225"/>
                <a:gd name="connsiteY0" fmla="*/ 0 h 234815"/>
                <a:gd name="connisteX1" fmla="*/ 1381225 w 1381225"/>
                <a:gd name="connsiteY1" fmla="*/ 0 h 234815"/>
                <a:gd name="connisteX2" fmla="*/ 1381225 w 1381225"/>
                <a:gd name="connsiteY2" fmla="*/ 234815 h 234815"/>
                <a:gd name="connisteX3" fmla="*/ 0 w 1381225"/>
                <a:gd name="connsiteY3" fmla="*/ 234815 h 234815"/>
                <a:gd name="connisteX4" fmla="*/ 0 w 1381225"/>
                <a:gd name="connsiteY4" fmla="*/ 0 h 23481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25" h="234816">
                  <a:moveTo>
                    <a:pt x="0" y="0"/>
                  </a:moveTo>
                  <a:lnTo>
                    <a:pt x="1381225" y="0"/>
                  </a:lnTo>
                  <a:lnTo>
                    <a:pt x="1381225" y="234816"/>
                  </a:lnTo>
                  <a:lnTo>
                    <a:pt x="0" y="23481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727" name="Text"/>
            <p:cNvSpPr txBox="1"/>
            <p:nvPr/>
          </p:nvSpPr>
          <p:spPr>
            <a:xfrm>
              <a:off x="1117" y="5564"/>
              <a:ext cx="2196" cy="316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/>
              <a:r>
                <a:rPr lang="en-US" sz="1300" b="0" i="1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r>
                <a:rPr lang="en-US" sz="130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, sin </a:t>
              </a:r>
              <a:r>
                <a:rPr lang="en-US" sz="1300" b="0" i="1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ψ</a:t>
              </a:r>
              <a:r>
                <a:rPr lang="en-US" sz="1300" b="0" i="0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, cos </a:t>
              </a:r>
              <a:r>
                <a:rPr lang="en-US" sz="1300" b="0" i="1" dirty="0">
                  <a:solidFill>
                    <a:srgbClr val="0B1020"/>
                  </a:solidFill>
                  <a:latin typeface="Times New Roman"/>
                  <a:ea typeface="Times New Roman"/>
                  <a:cs typeface="Times New Roman"/>
                </a:rPr>
                <a:t>ψ</a:t>
              </a: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4009" y="5635"/>
              <a:ext cx="762" cy="239"/>
            </a:xfrm>
            <a:custGeom>
              <a:avLst/>
              <a:gdLst>
                <a:gd name="connisteX0" fmla="*/ 0 w 483428"/>
                <a:gd name="connsiteY0" fmla="*/ 0 h 151939"/>
                <a:gd name="connisteX1" fmla="*/ 483428 w 483428"/>
                <a:gd name="connsiteY1" fmla="*/ 0 h 151939"/>
                <a:gd name="connisteX2" fmla="*/ 483428 w 483428"/>
                <a:gd name="connsiteY2" fmla="*/ 151939 h 151939"/>
                <a:gd name="connisteX3" fmla="*/ 0 w 483428"/>
                <a:gd name="connsiteY3" fmla="*/ 151939 h 151939"/>
                <a:gd name="connisteX4" fmla="*/ 0 w 483428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83429" h="151940">
                  <a:moveTo>
                    <a:pt x="0" y="0"/>
                  </a:moveTo>
                  <a:lnTo>
                    <a:pt x="483429" y="0"/>
                  </a:lnTo>
                  <a:lnTo>
                    <a:pt x="483429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999" y="5651"/>
              <a:ext cx="783" cy="26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83" name="任意多边形 82"/>
            <p:cNvSpPr/>
            <p:nvPr/>
          </p:nvSpPr>
          <p:spPr>
            <a:xfrm>
              <a:off x="4847" y="5363"/>
              <a:ext cx="761" cy="239"/>
            </a:xfrm>
            <a:custGeom>
              <a:avLst/>
              <a:gdLst>
                <a:gd name="connisteX0" fmla="*/ 0 w 483428"/>
                <a:gd name="connsiteY0" fmla="*/ 0 h 151939"/>
                <a:gd name="connisteX1" fmla="*/ 483428 w 483428"/>
                <a:gd name="connsiteY1" fmla="*/ 0 h 151939"/>
                <a:gd name="connisteX2" fmla="*/ 483428 w 483428"/>
                <a:gd name="connsiteY2" fmla="*/ 151939 h 151939"/>
                <a:gd name="connisteX3" fmla="*/ 0 w 483428"/>
                <a:gd name="connsiteY3" fmla="*/ 151939 h 151939"/>
                <a:gd name="connisteX4" fmla="*/ 0 w 483428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83429" h="151940">
                  <a:moveTo>
                    <a:pt x="0" y="0"/>
                  </a:moveTo>
                  <a:lnTo>
                    <a:pt x="483429" y="0"/>
                  </a:lnTo>
                  <a:lnTo>
                    <a:pt x="483429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5489" y="5156"/>
              <a:ext cx="435" cy="240"/>
            </a:xfrm>
            <a:custGeom>
              <a:avLst/>
              <a:gdLst>
                <a:gd name="connisteX0" fmla="*/ 0 w 276245"/>
                <a:gd name="connsiteY0" fmla="*/ 0 h 151939"/>
                <a:gd name="connisteX1" fmla="*/ 276245 w 276245"/>
                <a:gd name="connsiteY1" fmla="*/ 0 h 151939"/>
                <a:gd name="connisteX2" fmla="*/ 276245 w 276245"/>
                <a:gd name="connsiteY2" fmla="*/ 151939 h 151939"/>
                <a:gd name="connisteX3" fmla="*/ 0 w 276245"/>
                <a:gd name="connsiteY3" fmla="*/ 151939 h 151939"/>
                <a:gd name="connisteX4" fmla="*/ 0 w 276245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76245" h="151940">
                  <a:moveTo>
                    <a:pt x="0" y="0"/>
                  </a:moveTo>
                  <a:lnTo>
                    <a:pt x="276245" y="0"/>
                  </a:lnTo>
                  <a:lnTo>
                    <a:pt x="276245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596" name="任意多边形 595"/>
            <p:cNvSpPr/>
            <p:nvPr/>
          </p:nvSpPr>
          <p:spPr>
            <a:xfrm>
              <a:off x="2269" y="4321"/>
              <a:ext cx="0" cy="618"/>
            </a:xfrm>
            <a:custGeom>
              <a:avLst/>
              <a:gdLst>
                <a:gd name="connisteX0" fmla="*/ 0 w 0"/>
                <a:gd name="connsiteY0" fmla="*/ 392004 h 392004"/>
                <a:gd name="connisteX1" fmla="*/ 0 w 0"/>
                <a:gd name="connsiteY1" fmla="*/ 0 h 3920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392004">
                  <a:moveTo>
                    <a:pt x="0" y="392004"/>
                  </a:moveTo>
                  <a:lnTo>
                    <a:pt x="0" y="0"/>
                  </a:lnTo>
                </a:path>
              </a:pathLst>
            </a:custGeom>
            <a:noFill/>
            <a:ln w="13812" cap="flat">
              <a:solidFill>
                <a:srgbClr val="428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7" name="任意多边形 596"/>
            <p:cNvSpPr/>
            <p:nvPr/>
          </p:nvSpPr>
          <p:spPr>
            <a:xfrm>
              <a:off x="2226" y="4234"/>
              <a:ext cx="87" cy="87"/>
            </a:xfrm>
            <a:custGeom>
              <a:avLst/>
              <a:gdLst>
                <a:gd name="connisteX0" fmla="*/ 27624 w 55249"/>
                <a:gd name="connsiteY0" fmla="*/ 0 h 55250"/>
                <a:gd name="connisteX1" fmla="*/ 55249 w 55249"/>
                <a:gd name="connsiteY1" fmla="*/ 55250 h 55250"/>
                <a:gd name="connisteX2" fmla="*/ 0 w 55249"/>
                <a:gd name="connsiteY2" fmla="*/ 55250 h 55250"/>
                <a:gd name="connisteX3" fmla="*/ 27624 w 55249"/>
                <a:gd name="connsiteY3" fmla="*/ 0 h 552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55249" h="55251">
                  <a:moveTo>
                    <a:pt x="27625" y="0"/>
                  </a:moveTo>
                  <a:lnTo>
                    <a:pt x="55249" y="55251"/>
                  </a:lnTo>
                  <a:lnTo>
                    <a:pt x="0" y="55251"/>
                  </a:lnTo>
                  <a:lnTo>
                    <a:pt x="27625" y="0"/>
                  </a:lnTo>
                  <a:close/>
                </a:path>
              </a:pathLst>
            </a:custGeom>
            <a:solidFill>
              <a:srgbClr val="4288F3"/>
            </a:solidFill>
            <a:ln w="13812" cap="flat">
              <a:solidFill>
                <a:srgbClr val="428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9" name="任意多边形 598"/>
            <p:cNvSpPr/>
            <p:nvPr/>
          </p:nvSpPr>
          <p:spPr>
            <a:xfrm>
              <a:off x="1893" y="4928"/>
              <a:ext cx="387" cy="273"/>
            </a:xfrm>
            <a:custGeom>
              <a:avLst/>
              <a:gdLst>
                <a:gd name="connisteX0" fmla="*/ 246065 w 246065"/>
                <a:gd name="connsiteY0" fmla="*/ 0 h 173349"/>
                <a:gd name="connisteX1" fmla="*/ 0 w 246065"/>
                <a:gd name="connsiteY1" fmla="*/ 173349 h 1733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46065" h="173349">
                  <a:moveTo>
                    <a:pt x="246065" y="0"/>
                  </a:moveTo>
                  <a:lnTo>
                    <a:pt x="0" y="173349"/>
                  </a:lnTo>
                </a:path>
              </a:pathLst>
            </a:custGeom>
            <a:noFill/>
            <a:ln w="13812" cap="flat">
              <a:solidFill>
                <a:srgbClr val="F3212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0" name="任意多边形 599"/>
            <p:cNvSpPr/>
            <p:nvPr/>
          </p:nvSpPr>
          <p:spPr>
            <a:xfrm>
              <a:off x="1822" y="5165"/>
              <a:ext cx="96" cy="86"/>
            </a:xfrm>
            <a:custGeom>
              <a:avLst/>
              <a:gdLst>
                <a:gd name="connisteX0" fmla="*/ 0 w 61050"/>
                <a:gd name="connsiteY0" fmla="*/ 54421 h 54421"/>
                <a:gd name="connisteX1" fmla="*/ 29212 w 61050"/>
                <a:gd name="connsiteY1" fmla="*/ 0 h 54421"/>
                <a:gd name="connisteX2" fmla="*/ 61050 w 61050"/>
                <a:gd name="connsiteY2" fmla="*/ 45167 h 54421"/>
                <a:gd name="connisteX3" fmla="*/ 0 w 61050"/>
                <a:gd name="connsiteY3" fmla="*/ 54421 h 5442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1050" h="54422">
                  <a:moveTo>
                    <a:pt x="0" y="54422"/>
                  </a:moveTo>
                  <a:lnTo>
                    <a:pt x="29213" y="0"/>
                  </a:lnTo>
                  <a:lnTo>
                    <a:pt x="61050" y="45167"/>
                  </a:lnTo>
                  <a:lnTo>
                    <a:pt x="0" y="54422"/>
                  </a:lnTo>
                  <a:close/>
                </a:path>
              </a:pathLst>
            </a:custGeom>
            <a:solidFill>
              <a:srgbClr val="F3212D"/>
            </a:solidFill>
            <a:ln w="13812" cap="flat">
              <a:solidFill>
                <a:srgbClr val="F3212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2" name="任意多边形 601"/>
            <p:cNvSpPr/>
            <p:nvPr/>
          </p:nvSpPr>
          <p:spPr>
            <a:xfrm>
              <a:off x="2280" y="4939"/>
              <a:ext cx="340" cy="205"/>
            </a:xfrm>
            <a:custGeom>
              <a:avLst/>
              <a:gdLst>
                <a:gd name="connisteX0" fmla="*/ 0 w 215747"/>
                <a:gd name="connsiteY0" fmla="*/ 0 h 130184"/>
                <a:gd name="connisteX1" fmla="*/ 215747 w 215747"/>
                <a:gd name="connsiteY1" fmla="*/ 130184 h 13018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15747" h="130185">
                  <a:moveTo>
                    <a:pt x="0" y="0"/>
                  </a:moveTo>
                  <a:lnTo>
                    <a:pt x="215747" y="130185"/>
                  </a:lnTo>
                </a:path>
              </a:pathLst>
            </a:custGeom>
            <a:noFill/>
            <a:ln w="13812" cap="flat">
              <a:solidFill>
                <a:srgbClr val="08983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3" name="任意多边形 602"/>
            <p:cNvSpPr/>
            <p:nvPr/>
          </p:nvSpPr>
          <p:spPr>
            <a:xfrm>
              <a:off x="2597" y="5106"/>
              <a:ext cx="97" cy="83"/>
            </a:xfrm>
            <a:custGeom>
              <a:avLst/>
              <a:gdLst>
                <a:gd name="connisteX0" fmla="*/ 61602 w 61602"/>
                <a:gd name="connsiteY0" fmla="*/ 52211 h 52211"/>
                <a:gd name="connisteX1" fmla="*/ 0 w 61602"/>
                <a:gd name="connsiteY1" fmla="*/ 47308 h 52211"/>
                <a:gd name="connisteX2" fmla="*/ 28522 w 61602"/>
                <a:gd name="connsiteY2" fmla="*/ 0 h 52211"/>
                <a:gd name="connisteX3" fmla="*/ 61602 w 61602"/>
                <a:gd name="connsiteY3" fmla="*/ 52211 h 52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1603" h="52212">
                  <a:moveTo>
                    <a:pt x="61603" y="52212"/>
                  </a:moveTo>
                  <a:lnTo>
                    <a:pt x="0" y="47308"/>
                  </a:lnTo>
                  <a:lnTo>
                    <a:pt x="28522" y="0"/>
                  </a:lnTo>
                  <a:lnTo>
                    <a:pt x="61603" y="52212"/>
                  </a:lnTo>
                  <a:close/>
                </a:path>
              </a:pathLst>
            </a:custGeom>
            <a:solidFill>
              <a:srgbClr val="08983D"/>
            </a:solidFill>
            <a:ln w="13812" cap="flat">
              <a:solidFill>
                <a:srgbClr val="08983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5" name="任意多边形 604"/>
            <p:cNvSpPr/>
            <p:nvPr/>
          </p:nvSpPr>
          <p:spPr>
            <a:xfrm>
              <a:off x="5396" y="1859"/>
              <a:ext cx="0" cy="377"/>
            </a:xfrm>
            <a:custGeom>
              <a:avLst/>
              <a:gdLst>
                <a:gd name="connisteX0" fmla="*/ 0 w 0"/>
                <a:gd name="connsiteY0" fmla="*/ 239650 h 239650"/>
                <a:gd name="connisteX1" fmla="*/ 0 w 0"/>
                <a:gd name="connsiteY1" fmla="*/ 0 h 2396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239650">
                  <a:moveTo>
                    <a:pt x="0" y="239650"/>
                  </a:moveTo>
                  <a:lnTo>
                    <a:pt x="0" y="0"/>
                  </a:lnTo>
                </a:path>
              </a:pathLst>
            </a:custGeom>
            <a:noFill/>
            <a:ln w="17266" cap="flat">
              <a:solidFill>
                <a:srgbClr val="1379FF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6" name="任意多边形 605"/>
            <p:cNvSpPr/>
            <p:nvPr/>
          </p:nvSpPr>
          <p:spPr>
            <a:xfrm>
              <a:off x="5350" y="1766"/>
              <a:ext cx="92" cy="93"/>
            </a:xfrm>
            <a:custGeom>
              <a:avLst/>
              <a:gdLst>
                <a:gd name="connisteX0" fmla="*/ 29351 w 58702"/>
                <a:gd name="connsiteY0" fmla="*/ 0 h 58703"/>
                <a:gd name="connisteX1" fmla="*/ 58702 w 58702"/>
                <a:gd name="connsiteY1" fmla="*/ 58703 h 58703"/>
                <a:gd name="connisteX2" fmla="*/ 0 w 58702"/>
                <a:gd name="connsiteY2" fmla="*/ 58703 h 58703"/>
                <a:gd name="connisteX3" fmla="*/ 29351 w 58702"/>
                <a:gd name="connsiteY3" fmla="*/ 0 h 5870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58702" h="58704">
                  <a:moveTo>
                    <a:pt x="29351" y="0"/>
                  </a:moveTo>
                  <a:lnTo>
                    <a:pt x="58702" y="58704"/>
                  </a:lnTo>
                  <a:lnTo>
                    <a:pt x="0" y="58704"/>
                  </a:lnTo>
                  <a:lnTo>
                    <a:pt x="29351" y="0"/>
                  </a:lnTo>
                  <a:close/>
                </a:path>
              </a:pathLst>
            </a:custGeom>
            <a:solidFill>
              <a:srgbClr val="1379FF"/>
            </a:solidFill>
            <a:ln w="17266" cap="flat">
              <a:solidFill>
                <a:srgbClr val="1379FF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673" name="图片 672" descr="downloaded-image_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693" y="4370"/>
              <a:ext cx="1175" cy="1178"/>
            </a:xfrm>
            <a:prstGeom prst="rect">
              <a:avLst/>
            </a:prstGeom>
          </p:spPr>
        </p:pic>
        <p:pic>
          <p:nvPicPr>
            <p:cNvPr id="672" name="图片 671" descr="downloaded-image_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4836" y="1709"/>
              <a:ext cx="1175" cy="1178"/>
            </a:xfrm>
            <a:prstGeom prst="rect">
              <a:avLst/>
            </a:prstGeom>
          </p:spPr>
        </p:pic>
        <p:sp>
          <p:nvSpPr>
            <p:cNvPr id="674" name="文本框 673"/>
            <p:cNvSpPr txBox="1"/>
            <p:nvPr/>
          </p:nvSpPr>
          <p:spPr>
            <a:xfrm>
              <a:off x="1176" y="1380"/>
              <a:ext cx="214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Local Point Cloud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75" name="文本框 674"/>
            <p:cNvSpPr txBox="1"/>
            <p:nvPr/>
          </p:nvSpPr>
          <p:spPr>
            <a:xfrm>
              <a:off x="1136" y="3700"/>
              <a:ext cx="214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UAV State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704" name="图片 703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236" y="1815"/>
              <a:ext cx="1990" cy="1540"/>
            </a:xfrm>
            <a:prstGeom prst="rect">
              <a:avLst/>
            </a:prstGeom>
          </p:spPr>
        </p:pic>
        <p:pic>
          <p:nvPicPr>
            <p:cNvPr id="705" name="图片 704" descr="exec-e1329ed5-7852-46b2-9725-dbc2686539be(1)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3637" y="4224"/>
              <a:ext cx="2189" cy="1411"/>
            </a:xfrm>
            <a:prstGeom prst="rect">
              <a:avLst/>
            </a:prstGeom>
          </p:spPr>
        </p:pic>
        <p:pic>
          <p:nvPicPr>
            <p:cNvPr id="84" name="图片 83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4836" y="5379"/>
              <a:ext cx="783" cy="26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478" y="5173"/>
              <a:ext cx="456" cy="26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pic>
        <p:nvPicPr>
          <p:cNvPr id="707" name="图片 706" descr="exec-e1329ed5-7852-46b2-9725-dbc2686539be(1)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586220" y="2672715"/>
            <a:ext cx="669290" cy="473710"/>
          </a:xfrm>
          <a:prstGeom prst="rect">
            <a:avLst/>
          </a:prstGeom>
        </p:spPr>
      </p:pic>
      <p:pic>
        <p:nvPicPr>
          <p:cNvPr id="665" name="图片 664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870065" y="3048635"/>
            <a:ext cx="448945" cy="1289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664" name="图片 663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603365" y="3128010"/>
            <a:ext cx="454660" cy="1536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666" name="图片 665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058025" y="2963545"/>
            <a:ext cx="272415" cy="15748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712" name="图片 711" descr="Drone Vision Through Concrete Maze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037965" y="1362075"/>
            <a:ext cx="2323465" cy="1835785"/>
          </a:xfrm>
          <a:prstGeom prst="rect">
            <a:avLst/>
          </a:prstGeom>
        </p:spPr>
      </p:pic>
      <p:sp>
        <p:nvSpPr>
          <p:cNvPr id="330" name="任意多边形 329"/>
          <p:cNvSpPr/>
          <p:nvPr/>
        </p:nvSpPr>
        <p:spPr>
          <a:xfrm>
            <a:off x="447040" y="4163060"/>
            <a:ext cx="9005570" cy="2583180"/>
          </a:xfrm>
          <a:custGeom>
            <a:avLst/>
            <a:gdLst>
              <a:gd name="connisteX0" fmla="*/ 0 w 9005587"/>
              <a:gd name="connsiteY0" fmla="*/ 167893 h 2582972"/>
              <a:gd name="connisteX1" fmla="*/ 135083 w 9005587"/>
              <a:gd name="connsiteY1" fmla="*/ 0 h 2582972"/>
              <a:gd name="connisteX2" fmla="*/ 8870503 w 9005587"/>
              <a:gd name="connsiteY2" fmla="*/ 0 h 2582972"/>
              <a:gd name="connisteX3" fmla="*/ 9005587 w 9005587"/>
              <a:gd name="connsiteY3" fmla="*/ 167893 h 2582972"/>
              <a:gd name="connisteX4" fmla="*/ 9005587 w 9005587"/>
              <a:gd name="connsiteY4" fmla="*/ 2415079 h 2582972"/>
              <a:gd name="connisteX5" fmla="*/ 8870503 w 9005587"/>
              <a:gd name="connsiteY5" fmla="*/ 2582972 h 2582972"/>
              <a:gd name="connisteX6" fmla="*/ 135083 w 9005587"/>
              <a:gd name="connsiteY6" fmla="*/ 2582972 h 2582972"/>
              <a:gd name="connisteX7" fmla="*/ 0 w 9005587"/>
              <a:gd name="connsiteY7" fmla="*/ 2415079 h 2582972"/>
              <a:gd name="connisteX8" fmla="*/ 0 w 9005587"/>
              <a:gd name="connsiteY8" fmla="*/ 167893 h 25829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9005588" h="2582973">
                <a:moveTo>
                  <a:pt x="0" y="167893"/>
                </a:moveTo>
                <a:cubicBezTo>
                  <a:pt x="0" y="75168"/>
                  <a:pt x="60479" y="0"/>
                  <a:pt x="135084" y="0"/>
                </a:cubicBezTo>
                <a:lnTo>
                  <a:pt x="8870504" y="0"/>
                </a:lnTo>
                <a:cubicBezTo>
                  <a:pt x="8945109" y="0"/>
                  <a:pt x="9005588" y="75168"/>
                  <a:pt x="9005588" y="167893"/>
                </a:cubicBezTo>
                <a:lnTo>
                  <a:pt x="9005588" y="2415080"/>
                </a:lnTo>
                <a:cubicBezTo>
                  <a:pt x="9005588" y="2507804"/>
                  <a:pt x="8945109" y="2582973"/>
                  <a:pt x="8870504" y="2582973"/>
                </a:cubicBezTo>
                <a:lnTo>
                  <a:pt x="135084" y="2582973"/>
                </a:lnTo>
                <a:cubicBezTo>
                  <a:pt x="60479" y="2582973"/>
                  <a:pt x="0" y="2507804"/>
                  <a:pt x="0" y="2415080"/>
                </a:cubicBezTo>
                <a:lnTo>
                  <a:pt x="0" y="167893"/>
                </a:lnTo>
                <a:close/>
              </a:path>
            </a:pathLst>
          </a:custGeom>
          <a:solidFill>
            <a:srgbClr val="FFF7EB"/>
          </a:solidFill>
          <a:ln w="11050" cap="flat">
            <a:solidFill>
              <a:srgbClr val="FFA23E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719" name="直接连接符 718"/>
          <p:cNvSpPr/>
          <p:nvPr/>
        </p:nvSpPr>
        <p:spPr>
          <a:xfrm>
            <a:off x="3865880" y="673735"/>
            <a:ext cx="407035" cy="2178685"/>
          </a:xfrm>
          <a:custGeom>
            <a:avLst/>
            <a:gdLst/>
            <a:ahLst/>
            <a:cxnLst/>
            <a:rect l="0" t="0" r="r" b="b"/>
            <a:pathLst>
              <a:path w="407035" h="2178685" fill="none">
                <a:moveTo>
                  <a:pt x="0" y="0"/>
                </a:moveTo>
                <a:lnTo>
                  <a:pt x="407035" y="2178685"/>
                </a:lnTo>
              </a:path>
            </a:pathLst>
          </a:custGeom>
          <a:ln>
            <a:solidFill>
              <a:srgbClr val="74AA9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20" name="直接连接符 719"/>
          <p:cNvSpPr/>
          <p:nvPr/>
        </p:nvSpPr>
        <p:spPr>
          <a:xfrm>
            <a:off x="3865880" y="2864485"/>
            <a:ext cx="412750" cy="848360"/>
          </a:xfrm>
          <a:custGeom>
            <a:avLst/>
            <a:gdLst/>
            <a:ahLst/>
            <a:cxnLst/>
            <a:rect l="0" t="0" r="r" b="b"/>
            <a:pathLst>
              <a:path w="412750" h="848360" fill="none">
                <a:moveTo>
                  <a:pt x="0" y="848360"/>
                </a:moveTo>
                <a:lnTo>
                  <a:pt x="412750" y="0"/>
                </a:lnTo>
              </a:path>
            </a:pathLst>
          </a:custGeom>
          <a:ln>
            <a:solidFill>
              <a:srgbClr val="74AA9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21" name="肘形连接符 720"/>
          <p:cNvSpPr/>
          <p:nvPr/>
        </p:nvSpPr>
        <p:spPr>
          <a:xfrm>
            <a:off x="5200015" y="3197860"/>
            <a:ext cx="5302250" cy="1003299"/>
          </a:xfrm>
          <a:custGeom>
            <a:avLst/>
            <a:gdLst/>
            <a:ahLst/>
            <a:cxnLst/>
            <a:rect l="0" t="0" r="r" b="b"/>
            <a:pathLst>
              <a:path w="5302250" h="1003299" fill="none">
                <a:moveTo>
                  <a:pt x="5302250" y="1003299"/>
                </a:moveTo>
                <a:lnTo>
                  <a:pt x="5302250" y="775972"/>
                </a:lnTo>
                <a:lnTo>
                  <a:pt x="0" y="775972"/>
                </a:lnTo>
                <a:lnTo>
                  <a:pt x="0" y="0"/>
                </a:lnTo>
              </a:path>
            </a:pathLst>
          </a:cu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51" name="Text"/>
          <p:cNvSpPr txBox="1"/>
          <p:nvPr/>
        </p:nvSpPr>
        <p:spPr>
          <a:xfrm>
            <a:off x="590400" y="4204800"/>
            <a:ext cx="8719200" cy="306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2000" b="1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Two-stage training</a:t>
            </a:r>
          </a:p>
        </p:txBody>
      </p:sp>
      <p:sp>
        <p:nvSpPr>
          <p:cNvPr id="752" name="Stage1 panel"/>
          <p:cNvSpPr/>
          <p:nvPr/>
        </p:nvSpPr>
        <p:spPr>
          <a:xfrm>
            <a:off x="576000" y="4536000"/>
            <a:ext cx="1872000" cy="2088000"/>
          </a:xfrm>
          <a:prstGeom prst="roundRect">
            <a:avLst>
              <a:gd name="adj" fmla="val 6000"/>
            </a:avLst>
          </a:prstGeom>
          <a:solidFill>
            <a:srgbClr val="E8F1FD"/>
          </a:solidFill>
          <a:ln w="9525">
            <a:solidFill>
              <a:srgbClr val="7FA7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3" name="Text"/>
          <p:cNvSpPr txBox="1"/>
          <p:nvPr/>
        </p:nvSpPr>
        <p:spPr>
          <a:xfrm>
            <a:off x="576000" y="4572000"/>
            <a:ext cx="1872000" cy="216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250" b="1" i="0" dirty="0">
                <a:solidFill>
                  <a:srgbClr val="3B6FB6"/>
                </a:solidFill>
                <a:latin typeface="Times New Roman"/>
                <a:ea typeface="Times New Roman"/>
                <a:cs typeface="Times New Roman"/>
              </a:rPr>
              <a:t>Stage 1: BC pre-training</a:t>
            </a:r>
          </a:p>
        </p:txBody>
      </p:sp>
      <p:sp>
        <p:nvSpPr>
          <p:cNvPr id="754" name="Demos"/>
          <p:cNvSpPr/>
          <p:nvPr/>
        </p:nvSpPr>
        <p:spPr>
          <a:xfrm>
            <a:off x="756000" y="4860000"/>
            <a:ext cx="1512000" cy="39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548B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5" name="Text"/>
          <p:cNvSpPr txBox="1"/>
          <p:nvPr/>
        </p:nvSpPr>
        <p:spPr>
          <a:xfrm>
            <a:off x="756000" y="4860000"/>
            <a:ext cx="1512000" cy="3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EGO-Planner demos</a:t>
            </a:r>
          </a:p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988 episodes</a:t>
            </a:r>
          </a:p>
        </p:txBody>
      </p:sp>
      <p:sp>
        <p:nvSpPr>
          <p:cNvPr id="756" name="Arrow"/>
          <p:cNvSpPr/>
          <p:nvPr/>
        </p:nvSpPr>
        <p:spPr>
          <a:xfrm>
            <a:off x="1512000" y="5263200"/>
            <a:ext cx="1" cy="158400"/>
          </a:xfrm>
          <a:custGeom>
            <a:avLst/>
            <a:gdLst/>
            <a:ahLst/>
            <a:cxnLst/>
            <a:rect l="0" t="0" r="r" b="b"/>
            <a:pathLst>
              <a:path w="1" h="158400" fill="none">
                <a:moveTo>
                  <a:pt x="0" y="0"/>
                </a:moveTo>
                <a:lnTo>
                  <a:pt x="0" y="158400"/>
                </a:lnTo>
              </a:path>
            </a:pathLst>
          </a:custGeom>
          <a:noFill/>
          <a:ln w="19050" cap="flat">
            <a:solidFill>
              <a:srgbClr val="5997FF"/>
            </a:solidFill>
            <a:miter lim="800000"/>
            <a:tailEnd type="triangle" w="med" len="med"/>
          </a:ln>
        </p:spPr>
      </p:sp>
      <p:sp>
        <p:nvSpPr>
          <p:cNvPr id="757" name="BC loss"/>
          <p:cNvSpPr/>
          <p:nvPr/>
        </p:nvSpPr>
        <p:spPr>
          <a:xfrm>
            <a:off x="756000" y="5436000"/>
            <a:ext cx="1512000" cy="3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548B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8" name="Text"/>
          <p:cNvSpPr txBox="1"/>
          <p:nvPr/>
        </p:nvSpPr>
        <p:spPr>
          <a:xfrm>
            <a:off x="756000" y="5436000"/>
            <a:ext cx="1512000" cy="360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2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lang="en-US" sz="1200" b="1" i="0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BC</a:t>
            </a:r>
            <a:r>
              <a:rPr lang="en-US" sz="12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lang="en-US" sz="12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λ</a:t>
            </a:r>
            <a:r>
              <a:rPr lang="en-US" sz="1200" b="1" i="0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geo</a:t>
            </a:r>
            <a:r>
              <a:rPr lang="en-US" sz="120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2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lang="en-US" sz="1200" b="1" i="0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geo</a:t>
            </a:r>
          </a:p>
        </p:txBody>
      </p:sp>
      <p:sp>
        <p:nvSpPr>
          <p:cNvPr id="759" name="Arrow"/>
          <p:cNvSpPr/>
          <p:nvPr/>
        </p:nvSpPr>
        <p:spPr>
          <a:xfrm>
            <a:off x="1512000" y="5803200"/>
            <a:ext cx="1" cy="158400"/>
          </a:xfrm>
          <a:custGeom>
            <a:avLst/>
            <a:gdLst/>
            <a:ahLst/>
            <a:cxnLst/>
            <a:rect l="0" t="0" r="r" b="b"/>
            <a:pathLst>
              <a:path w="1" h="158400" fill="none">
                <a:moveTo>
                  <a:pt x="0" y="0"/>
                </a:moveTo>
                <a:lnTo>
                  <a:pt x="0" y="158400"/>
                </a:lnTo>
              </a:path>
            </a:pathLst>
          </a:custGeom>
          <a:noFill/>
          <a:ln w="28575" cap="flat">
            <a:solidFill>
              <a:srgbClr val="3B6FB6"/>
            </a:solidFill>
            <a:miter lim="800000"/>
            <a:tailEnd type="triangle" w="med" len="med"/>
          </a:ln>
        </p:spPr>
      </p:sp>
      <p:sp>
        <p:nvSpPr>
          <p:cNvPr id="760" name="Update all"/>
          <p:cNvSpPr/>
          <p:nvPr/>
        </p:nvSpPr>
        <p:spPr>
          <a:xfrm>
            <a:off x="756000" y="5976000"/>
            <a:ext cx="1512000" cy="396000"/>
          </a:xfrm>
          <a:prstGeom prst="roundRect">
            <a:avLst>
              <a:gd name="adj" fmla="val 12000"/>
            </a:avLst>
          </a:prstGeom>
          <a:solidFill>
            <a:srgbClr val="D6E6FA"/>
          </a:solidFill>
          <a:ln w="12700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1" name="Text"/>
          <p:cNvSpPr txBox="1"/>
          <p:nvPr/>
        </p:nvSpPr>
        <p:spPr>
          <a:xfrm>
            <a:off x="756000" y="5976000"/>
            <a:ext cx="1512000" cy="396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Update all</a:t>
            </a:r>
          </a:p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parameters</a:t>
            </a:r>
          </a:p>
        </p:txBody>
      </p:sp>
      <p:sp>
        <p:nvSpPr>
          <p:cNvPr id="762" name="Arrow"/>
          <p:cNvSpPr/>
          <p:nvPr/>
        </p:nvSpPr>
        <p:spPr>
          <a:xfrm>
            <a:off x="2458800" y="5580000"/>
            <a:ext cx="262800" cy="1"/>
          </a:xfrm>
          <a:custGeom>
            <a:avLst/>
            <a:gdLst/>
            <a:ahLst/>
            <a:cxnLst/>
            <a:rect l="0" t="0" r="r" b="b"/>
            <a:pathLst>
              <a:path w="262800" h="1" fill="none">
                <a:moveTo>
                  <a:pt x="0" y="0"/>
                </a:moveTo>
                <a:lnTo>
                  <a:pt x="262800" y="0"/>
                </a:lnTo>
              </a:path>
            </a:pathLst>
          </a:custGeom>
          <a:noFill/>
          <a:ln w="19050" cap="flat">
            <a:solidFill>
              <a:srgbClr val="555B63"/>
            </a:solidFill>
            <a:miter lim="800000"/>
            <a:tailEnd type="triangle" w="med" len="med"/>
          </a:ln>
        </p:spPr>
      </p:sp>
      <p:sp>
        <p:nvSpPr>
          <p:cNvPr id="763" name="Text"/>
          <p:cNvSpPr txBox="1"/>
          <p:nvPr/>
        </p:nvSpPr>
        <p:spPr>
          <a:xfrm>
            <a:off x="2458800" y="5349600"/>
            <a:ext cx="270000" cy="198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050" b="0" i="0" dirty="0">
                <a:solidFill>
                  <a:srgbClr val="555B63"/>
                </a:solidFill>
                <a:latin typeface="Times New Roman"/>
                <a:ea typeface="Times New Roman"/>
                <a:cs typeface="Times New Roman"/>
              </a:rPr>
              <a:t>init.</a:t>
            </a:r>
          </a:p>
        </p:txBody>
      </p:sp>
      <p:sp>
        <p:nvSpPr>
          <p:cNvPr id="764" name="Stage2 panel"/>
          <p:cNvSpPr/>
          <p:nvPr/>
        </p:nvSpPr>
        <p:spPr>
          <a:xfrm>
            <a:off x="2736000" y="4536000"/>
            <a:ext cx="6606000" cy="2088000"/>
          </a:xfrm>
          <a:prstGeom prst="roundRect">
            <a:avLst>
              <a:gd name="adj" fmla="val 6000"/>
            </a:avLst>
          </a:prstGeom>
          <a:solidFill>
            <a:srgbClr val="FFF1D8"/>
          </a:solidFill>
          <a:ln w="9525">
            <a:solidFill>
              <a:srgbClr val="F7AB5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5" name="Text"/>
          <p:cNvSpPr txBox="1"/>
          <p:nvPr/>
        </p:nvSpPr>
        <p:spPr>
          <a:xfrm>
            <a:off x="2736000" y="4572000"/>
            <a:ext cx="6606000" cy="216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250" b="1" i="0" dirty="0">
                <a:solidFill>
                  <a:srgbClr val="B4561A"/>
                </a:solidFill>
                <a:latin typeface="Times New Roman"/>
                <a:ea typeface="Times New Roman"/>
                <a:cs typeface="Times New Roman"/>
              </a:rPr>
              <a:t>Stage 2: DPPO post-training (encoders and BC-pretrained U-Net frozen)</a:t>
            </a:r>
          </a:p>
        </p:txBody>
      </p:sp>
      <p:sp>
        <p:nvSpPr>
          <p:cNvPr id="766" name="Stage2 box"/>
          <p:cNvSpPr/>
          <p:nvPr/>
        </p:nvSpPr>
        <p:spPr>
          <a:xfrm>
            <a:off x="2795400" y="4896000"/>
            <a:ext cx="1188000" cy="612000"/>
          </a:xfrm>
          <a:prstGeom prst="roundRect">
            <a:avLst>
              <a:gd name="adj" fmla="val 12000"/>
            </a:avLst>
          </a:prstGeom>
          <a:solidFill>
            <a:srgbClr val="FFF8E4"/>
          </a:solidFill>
          <a:ln w="9525">
            <a:solidFill>
              <a:srgbClr val="FF861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7" name="Text"/>
          <p:cNvSpPr txBox="1"/>
          <p:nvPr/>
        </p:nvSpPr>
        <p:spPr>
          <a:xfrm>
            <a:off x="2813400" y="4896000"/>
            <a:ext cx="1152000" cy="61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Closed-loop</a:t>
            </a:r>
          </a:p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rollouts</a:t>
            </a:r>
          </a:p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(H4, reward </a:t>
            </a:r>
            <a:r>
              <a:rPr lang="en-US" sz="115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lang="en-US" sz="115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68" name="Stage2 box"/>
          <p:cNvSpPr/>
          <p:nvPr/>
        </p:nvSpPr>
        <p:spPr>
          <a:xfrm>
            <a:off x="4120200" y="4896000"/>
            <a:ext cx="1188000" cy="612000"/>
          </a:xfrm>
          <a:prstGeom prst="roundRect">
            <a:avLst>
              <a:gd name="adj" fmla="val 12000"/>
            </a:avLst>
          </a:prstGeom>
          <a:solidFill>
            <a:srgbClr val="EDF5FF"/>
          </a:solidFill>
          <a:ln w="9525">
            <a:solidFill>
              <a:srgbClr val="548B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9" name="Text"/>
          <p:cNvSpPr txBox="1"/>
          <p:nvPr/>
        </p:nvSpPr>
        <p:spPr>
          <a:xfrm>
            <a:off x="4138200" y="4896000"/>
            <a:ext cx="1152000" cy="61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  <a:p>
            <a:pPr algn="ctr"/>
            <a:r>
              <a:rPr lang="en-US" sz="115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lang="en-US" sz="115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φ</a:t>
            </a:r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115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en-US" sz="115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15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β</a:t>
            </a:r>
            <a:r>
              <a:rPr lang="en-US" sz="115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70" name="Stage2 box"/>
          <p:cNvSpPr/>
          <p:nvPr/>
        </p:nvSpPr>
        <p:spPr>
          <a:xfrm>
            <a:off x="5445000" y="4896000"/>
            <a:ext cx="1188000" cy="612000"/>
          </a:xfrm>
          <a:prstGeom prst="roundRect">
            <a:avLst>
              <a:gd name="adj" fmla="val 12000"/>
            </a:avLst>
          </a:prstGeom>
          <a:solidFill>
            <a:srgbClr val="FFF8E4"/>
          </a:solidFill>
          <a:ln w="9525">
            <a:solidFill>
              <a:srgbClr val="FF861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1" name="Text"/>
          <p:cNvSpPr txBox="1"/>
          <p:nvPr/>
        </p:nvSpPr>
        <p:spPr>
          <a:xfrm>
            <a:off x="5463000" y="4896000"/>
            <a:ext cx="1152000" cy="61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Advantage </a:t>
            </a:r>
            <a:r>
              <a:rPr lang="en-US" sz="115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Â</a:t>
            </a:r>
            <a:r>
              <a:rPr lang="en-US" sz="115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(GAE)</a:t>
            </a:r>
          </a:p>
        </p:txBody>
      </p:sp>
      <p:sp>
        <p:nvSpPr>
          <p:cNvPr id="772" name="Stage2 box"/>
          <p:cNvSpPr/>
          <p:nvPr/>
        </p:nvSpPr>
        <p:spPr>
          <a:xfrm>
            <a:off x="6769800" y="4896000"/>
            <a:ext cx="1188000" cy="612000"/>
          </a:xfrm>
          <a:prstGeom prst="roundRect">
            <a:avLst>
              <a:gd name="adj" fmla="val 12000"/>
            </a:avLst>
          </a:prstGeom>
          <a:solidFill>
            <a:srgbClr val="ECF2CD"/>
          </a:solidFill>
          <a:ln w="9525">
            <a:solidFill>
              <a:srgbClr val="987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3" name="Text"/>
          <p:cNvSpPr txBox="1"/>
          <p:nvPr/>
        </p:nvSpPr>
        <p:spPr>
          <a:xfrm>
            <a:off x="6787800" y="4896000"/>
            <a:ext cx="1152000" cy="61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Clipped PPO on</a:t>
            </a:r>
          </a:p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denoising steps</a:t>
            </a:r>
          </a:p>
        </p:txBody>
      </p:sp>
      <p:sp>
        <p:nvSpPr>
          <p:cNvPr id="774" name="Stage2 box"/>
          <p:cNvSpPr/>
          <p:nvPr/>
        </p:nvSpPr>
        <p:spPr>
          <a:xfrm>
            <a:off x="8094600" y="4896000"/>
            <a:ext cx="1188000" cy="612000"/>
          </a:xfrm>
          <a:prstGeom prst="roundRect">
            <a:avLst>
              <a:gd name="adj" fmla="val 12000"/>
            </a:avLst>
          </a:prstGeom>
          <a:solidFill>
            <a:srgbClr val="FFD4B1"/>
          </a:solidFill>
          <a:ln w="9525">
            <a:solidFill>
              <a:srgbClr val="FF6C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5" name="Text"/>
          <p:cNvSpPr txBox="1"/>
          <p:nvPr/>
        </p:nvSpPr>
        <p:spPr>
          <a:xfrm>
            <a:off x="8112600" y="4896000"/>
            <a:ext cx="1152000" cy="61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Update LoRA</a:t>
            </a:r>
          </a:p>
          <a:p>
            <a:pPr algn="ctr"/>
            <a:r>
              <a:rPr lang="en-US" sz="1150" b="0" i="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(policy only)</a:t>
            </a:r>
          </a:p>
        </p:txBody>
      </p:sp>
      <p:sp>
        <p:nvSpPr>
          <p:cNvPr id="776" name="Arrow"/>
          <p:cNvSpPr/>
          <p:nvPr/>
        </p:nvSpPr>
        <p:spPr>
          <a:xfrm>
            <a:off x="3990600" y="5202000"/>
            <a:ext cx="118799" cy="1"/>
          </a:xfrm>
          <a:custGeom>
            <a:avLst/>
            <a:gdLst/>
            <a:ahLst/>
            <a:cxnLst/>
            <a:rect l="0" t="0" r="r" b="b"/>
            <a:pathLst>
              <a:path w="118799" h="1" fill="none">
                <a:moveTo>
                  <a:pt x="0" y="0"/>
                </a:moveTo>
                <a:lnTo>
                  <a:pt x="118799" y="0"/>
                </a:lnTo>
              </a:path>
            </a:pathLst>
          </a:custGeom>
          <a:noFill/>
          <a:ln w="19050" cap="flat">
            <a:solidFill>
              <a:srgbClr val="5997FF"/>
            </a:solidFill>
            <a:miter lim="800000"/>
            <a:tailEnd type="triangle" w="med" len="med"/>
          </a:ln>
        </p:spPr>
      </p:sp>
      <p:sp>
        <p:nvSpPr>
          <p:cNvPr id="777" name="Arrow"/>
          <p:cNvSpPr/>
          <p:nvPr/>
        </p:nvSpPr>
        <p:spPr>
          <a:xfrm>
            <a:off x="5315399" y="5202000"/>
            <a:ext cx="118800" cy="1"/>
          </a:xfrm>
          <a:custGeom>
            <a:avLst/>
            <a:gdLst/>
            <a:ahLst/>
            <a:cxnLst/>
            <a:rect l="0" t="0" r="r" b="b"/>
            <a:pathLst>
              <a:path w="118800" h="1" fill="none">
                <a:moveTo>
                  <a:pt x="0" y="0"/>
                </a:moveTo>
                <a:lnTo>
                  <a:pt x="118800" y="0"/>
                </a:lnTo>
              </a:path>
            </a:pathLst>
          </a:custGeom>
          <a:noFill/>
          <a:ln w="19050" cap="flat">
            <a:solidFill>
              <a:srgbClr val="5997FF"/>
            </a:solidFill>
            <a:miter lim="800000"/>
            <a:tailEnd type="triangle" w="med" len="med"/>
          </a:ln>
        </p:spPr>
      </p:sp>
      <p:sp>
        <p:nvSpPr>
          <p:cNvPr id="778" name="Arrow"/>
          <p:cNvSpPr/>
          <p:nvPr/>
        </p:nvSpPr>
        <p:spPr>
          <a:xfrm>
            <a:off x="6640200" y="5202000"/>
            <a:ext cx="118800" cy="1"/>
          </a:xfrm>
          <a:custGeom>
            <a:avLst/>
            <a:gdLst/>
            <a:ahLst/>
            <a:cxnLst/>
            <a:rect l="0" t="0" r="r" b="b"/>
            <a:pathLst>
              <a:path w="118800" h="1" fill="none">
                <a:moveTo>
                  <a:pt x="0" y="0"/>
                </a:moveTo>
                <a:lnTo>
                  <a:pt x="118800" y="0"/>
                </a:lnTo>
              </a:path>
            </a:pathLst>
          </a:custGeom>
          <a:noFill/>
          <a:ln w="19050" cap="flat">
            <a:solidFill>
              <a:srgbClr val="5997FF"/>
            </a:solidFill>
            <a:miter lim="800000"/>
            <a:tailEnd type="triangle" w="med" len="med"/>
          </a:ln>
        </p:spPr>
      </p:sp>
      <p:sp>
        <p:nvSpPr>
          <p:cNvPr id="779" name="Arrow"/>
          <p:cNvSpPr/>
          <p:nvPr/>
        </p:nvSpPr>
        <p:spPr>
          <a:xfrm>
            <a:off x="7965000" y="5202000"/>
            <a:ext cx="118800" cy="1"/>
          </a:xfrm>
          <a:custGeom>
            <a:avLst/>
            <a:gdLst/>
            <a:ahLst/>
            <a:cxnLst/>
            <a:rect l="0" t="0" r="r" b="b"/>
            <a:pathLst>
              <a:path w="118800" h="1" fill="none">
                <a:moveTo>
                  <a:pt x="0" y="0"/>
                </a:moveTo>
                <a:lnTo>
                  <a:pt x="118800" y="0"/>
                </a:lnTo>
              </a:path>
            </a:pathLst>
          </a:custGeom>
          <a:noFill/>
          <a:ln w="19050" cap="flat">
            <a:solidFill>
              <a:srgbClr val="5997FF"/>
            </a:solidFill>
            <a:miter lim="800000"/>
            <a:tailEnd type="triangle" w="med" len="med"/>
          </a:ln>
        </p:spPr>
      </p:sp>
      <p:sp>
        <p:nvSpPr>
          <p:cNvPr id="780" name="Arrow"/>
          <p:cNvSpPr/>
          <p:nvPr/>
        </p:nvSpPr>
        <p:spPr>
          <a:xfrm>
            <a:off x="3389400" y="5515200"/>
            <a:ext cx="5299200" cy="208800"/>
          </a:xfrm>
          <a:custGeom>
            <a:avLst/>
            <a:gdLst/>
            <a:ahLst/>
            <a:cxnLst/>
            <a:rect l="0" t="0" r="r" b="b"/>
            <a:pathLst>
              <a:path w="5299200" h="208800" fill="none">
                <a:moveTo>
                  <a:pt x="5299200" y="0"/>
                </a:moveTo>
                <a:lnTo>
                  <a:pt x="5299200" y="208800"/>
                </a:lnTo>
                <a:lnTo>
                  <a:pt x="0" y="208800"/>
                </a:lnTo>
                <a:lnTo>
                  <a:pt x="0" y="7200"/>
                </a:lnTo>
              </a:path>
            </a:pathLst>
          </a:custGeom>
          <a:noFill/>
          <a:ln w="28575" cap="flat">
            <a:solidFill>
              <a:srgbClr val="E96D29"/>
            </a:solidFill>
            <a:miter lim="800000"/>
            <a:tailEnd type="triangle" w="med" len="med"/>
          </a:ln>
        </p:spPr>
      </p:sp>
      <p:sp>
        <p:nvSpPr>
          <p:cNvPr id="781" name="Text"/>
          <p:cNvSpPr txBox="1"/>
          <p:nvPr/>
        </p:nvSpPr>
        <p:spPr>
          <a:xfrm>
            <a:off x="4354200" y="5752800"/>
            <a:ext cx="3369600" cy="180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100" b="0" i="1" dirty="0">
                <a:solidFill>
                  <a:srgbClr val="B4561A"/>
                </a:solidFill>
                <a:latin typeface="Times New Roman"/>
                <a:ea typeface="Times New Roman"/>
                <a:cs typeface="Times New Roman"/>
              </a:rPr>
              <a:t>next iteration uses the updated LoRA</a:t>
            </a:r>
          </a:p>
        </p:txBody>
      </p:sp>
      <p:sp>
        <p:nvSpPr>
          <p:cNvPr id="782" name="Text"/>
          <p:cNvSpPr txBox="1"/>
          <p:nvPr/>
        </p:nvSpPr>
        <p:spPr>
          <a:xfrm>
            <a:off x="2844000" y="6336000"/>
            <a:ext cx="6390000" cy="216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050" b="0" i="1" dirty="0">
                <a:solidFill>
                  <a:srgbClr val="555B63"/>
                </a:solidFill>
                <a:latin typeface="Times New Roman"/>
                <a:ea typeface="Times New Roman"/>
                <a:cs typeface="Times New Roman"/>
              </a:rPr>
              <a:t>Log-probabilities of the DDIM steps give the policy gradient; details in Fig. 3 and Algorithm 1.</a:t>
            </a:r>
          </a:p>
        </p:txBody>
      </p:sp>
      <p:sp>
        <p:nvSpPr>
          <p:cNvPr id="783" name="Text"/>
          <p:cNvSpPr txBox="1"/>
          <p:nvPr/>
        </p:nvSpPr>
        <p:spPr>
          <a:xfrm>
            <a:off x="6228000" y="1821600"/>
            <a:ext cx="324000" cy="198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300" b="0" i="1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lang="en-US" sz="1300" b="1" i="1" baseline="-25000" dirty="0">
                <a:solidFill>
                  <a:srgbClr val="0B1020"/>
                </a:solidFill>
                <a:latin typeface="Times New Roman"/>
                <a:ea typeface="Times New Roman"/>
                <a:cs typeface="Times New Roman"/>
              </a:rPr>
              <a:t>τ</a:t>
            </a:r>
          </a:p>
        </p:txBody>
      </p:sp>
      <p:sp>
        <p:nvSpPr>
          <p:cNvPr id="784" name="Text"/>
          <p:cNvSpPr txBox="1"/>
          <p:nvPr/>
        </p:nvSpPr>
        <p:spPr>
          <a:xfrm>
            <a:off x="5344015" y="3991832"/>
            <a:ext cx="2520000" cy="1656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/>
            <a:r>
              <a:rPr lang="en-US" sz="1100" b="0" i="1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execute H4, observe, replan</a:t>
            </a:r>
          </a:p>
        </p:txBody>
      </p:sp>
    </p:spTree>
    <p:custDataLst>
      <p:tags r:id="rId77"/>
    </p:custDataLst>
  </p:cSld>
  <p:clrMapOvr>
    <a:masterClrMapping/>
  </p:clrMapOvr>
</p:sld>
</file>

<file path=ppt/tags/tag2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WPS 演示</Application>
  <PresentationFormat>宽屏</PresentationFormat>
  <Paragraphs>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cjj</dc:creator>
  <cp:lastModifiedBy>托拜厄斯</cp:lastModifiedBy>
  <cp:revision>6</cp:revision>
  <dcterms:created xsi:type="dcterms:W3CDTF">2023-08-09T12:44:00Z</dcterms:created>
  <dcterms:modified xsi:type="dcterms:W3CDTF">2026-10-31T12:39:27Z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82B840D3ED14418183E53D9E2A5A9881_13</vt:lpwstr>
  </property>
</Properties>
</file>